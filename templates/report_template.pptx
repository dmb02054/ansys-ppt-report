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  <p:sldMasterId id="2147483659" r:id="rId5"/>
  </p:sldMasterIdLst>
  <p:notesMasterIdLst>
    <p:notesMasterId r:id="rId10"/>
  </p:notesMasterIdLst>
  <p:handoutMasterIdLst>
    <p:handoutMasterId r:id="rId11"/>
  </p:handoutMasterIdLst>
  <p:sldIdLst>
    <p:sldId id="910" r:id="rId6"/>
    <p:sldId id="911" r:id="rId7"/>
    <p:sldId id="913" r:id="rId8"/>
    <p:sldId id="914" r:id="rId9"/>
  </p:sldIdLst>
  <p:sldSz cx="9144000" cy="6858000" type="screen4x3"/>
  <p:notesSz cx="6864350" cy="9996488"/>
  <p:defaultTextStyle>
    <a:defPPr>
      <a:defRPr lang="ja-JP"/>
    </a:defPPr>
    <a:lvl1pPr algn="ctr" rtl="0" fontAlgn="base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5pPr>
    <a:lvl6pPr marL="2286000" algn="l" defTabSz="914400" rtl="0" eaLnBrk="1" latinLnBrk="0" hangingPunct="1"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6pPr>
    <a:lvl7pPr marL="2743200" algn="l" defTabSz="914400" rtl="0" eaLnBrk="1" latinLnBrk="0" hangingPunct="1"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7pPr>
    <a:lvl8pPr marL="3200400" algn="l" defTabSz="914400" rtl="0" eaLnBrk="1" latinLnBrk="0" hangingPunct="1"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8pPr>
    <a:lvl9pPr marL="3657600" algn="l" defTabSz="914400" rtl="0" eaLnBrk="1" latinLnBrk="0" hangingPunct="1">
      <a:defRPr kumimoji="1" sz="1600" b="1" kern="1200">
        <a:solidFill>
          <a:schemeClr val="tx1"/>
        </a:solidFill>
        <a:latin typeface="Times New Roman" pitchFamily="18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92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48" userDrawn="1">
          <p15:clr>
            <a:srgbClr val="A4A3A4"/>
          </p15:clr>
        </p15:guide>
        <p15:guide id="2" pos="216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6E6E6"/>
    <a:srgbClr val="FB200F"/>
    <a:srgbClr val="FFFF99"/>
    <a:srgbClr val="66FF33"/>
    <a:srgbClr val="FF3300"/>
    <a:srgbClr val="FF6699"/>
    <a:srgbClr val="FF9999"/>
    <a:srgbClr val="FF9900"/>
    <a:srgbClr val="4D4D4D"/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 autoAdjust="0"/>
    <p:restoredTop sz="95693" autoAdjust="0"/>
  </p:normalViewPr>
  <p:slideViewPr>
    <p:cSldViewPr>
      <p:cViewPr varScale="1">
        <p:scale>
          <a:sx n="89" d="100"/>
          <a:sy n="89" d="100"/>
        </p:scale>
        <p:origin x="134" y="533"/>
      </p:cViewPr>
      <p:guideLst>
        <p:guide orient="horz" pos="2160"/>
        <p:guide pos="29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408"/>
    </p:cViewPr>
  </p:sorterViewPr>
  <p:notesViewPr>
    <p:cSldViewPr>
      <p:cViewPr>
        <p:scale>
          <a:sx n="80" d="100"/>
          <a:sy n="80" d="100"/>
        </p:scale>
        <p:origin x="3144" y="-42"/>
      </p:cViewPr>
      <p:guideLst>
        <p:guide orient="horz" pos="3148"/>
        <p:guide pos="216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0878" cy="463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t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50000"/>
              </a:spcBef>
              <a:defRPr sz="1200"/>
            </a:lvl1pPr>
          </a:lstStyle>
          <a:p>
            <a:endParaRPr lang="en-US" altLang="ja-JP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2733" y="0"/>
            <a:ext cx="2950878" cy="463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200"/>
            </a:lvl1pPr>
          </a:lstStyle>
          <a:p>
            <a:endParaRPr lang="en-US" altLang="ja-JP"/>
          </a:p>
        </p:txBody>
      </p:sp>
      <p:sp>
        <p:nvSpPr>
          <p:cNvPr id="1146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96261"/>
            <a:ext cx="2950878" cy="463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b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50000"/>
              </a:spcBef>
              <a:defRPr sz="1200"/>
            </a:lvl1pPr>
          </a:lstStyle>
          <a:p>
            <a:endParaRPr lang="en-US" altLang="ja-JP"/>
          </a:p>
        </p:txBody>
      </p:sp>
      <p:sp>
        <p:nvSpPr>
          <p:cNvPr id="1146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2733" y="9496261"/>
            <a:ext cx="2950878" cy="463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200"/>
            </a:lvl1pPr>
          </a:lstStyle>
          <a:p>
            <a:fld id="{092CF6AF-2ABC-45BB-86AD-CD651C38652D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27272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75145" cy="5002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t" anchorCtr="0" compatLnSpc="1">
            <a:prstTxWarp prst="textNoShape">
              <a:avLst/>
            </a:prstTxWarp>
          </a:bodyPr>
          <a:lstStyle>
            <a:lvl1pPr algn="l">
              <a:defRPr sz="1200" b="0">
                <a:latin typeface="Arial" charset="0"/>
              </a:defRPr>
            </a:lvl1pPr>
          </a:lstStyle>
          <a:p>
            <a:endParaRPr lang="en-US" altLang="ja-JP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7588" y="1"/>
            <a:ext cx="2975144" cy="5002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t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Arial" charset="0"/>
              </a:defRPr>
            </a:lvl1pPr>
          </a:lstStyle>
          <a:p>
            <a:endParaRPr lang="en-US" altLang="ja-JP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3450" y="749300"/>
            <a:ext cx="4999038" cy="37496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950" y="4748130"/>
            <a:ext cx="5492451" cy="44988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94653"/>
            <a:ext cx="2975145" cy="5002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b" anchorCtr="0" compatLnSpc="1">
            <a:prstTxWarp prst="textNoShape">
              <a:avLst/>
            </a:prstTxWarp>
          </a:bodyPr>
          <a:lstStyle>
            <a:lvl1pPr algn="l">
              <a:defRPr sz="1200" b="0">
                <a:latin typeface="Arial" charset="0"/>
              </a:defRPr>
            </a:lvl1pPr>
          </a:lstStyle>
          <a:p>
            <a:endParaRPr lang="en-US" altLang="ja-JP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7588" y="9494653"/>
            <a:ext cx="2975144" cy="5002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842" tIns="46422" rIns="92842" bIns="46422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Arial" charset="0"/>
              </a:defRPr>
            </a:lvl1pPr>
          </a:lstStyle>
          <a:p>
            <a:fld id="{6CEB0035-A28B-4582-95C1-F76F12C4421F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7292767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pitchFamily="18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pitchFamily="18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pitchFamily="18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pitchFamily="18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1pPr>
            <a:lvl2pPr marL="753944" indent="-288411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2pPr>
            <a:lvl3pPr marL="1164617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3pPr>
            <a:lvl4pPr marL="1631716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4pPr>
            <a:lvl5pPr marL="2098815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5pPr>
            <a:lvl6pPr marL="2550241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6pPr>
            <a:lvl7pPr marL="3001667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7pPr>
            <a:lvl8pPr marL="3453095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8pPr>
            <a:lvl9pPr marL="3904519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E273718F-0816-44B0-B1BB-2CE968029AA0}" type="slidenum">
              <a:rPr lang="en-US" altLang="ja-JP" sz="800">
                <a:ea typeface="ＭＳ Ｐゴシック" charset="-128"/>
              </a:rPr>
              <a:pPr eaLnBrk="1" hangingPunct="1">
                <a:spcBef>
                  <a:spcPct val="0"/>
                </a:spcBef>
              </a:pPr>
              <a:t>1</a:t>
            </a:fld>
            <a:endParaRPr lang="en-US" altLang="ja-JP" sz="800">
              <a:ea typeface="ＭＳ Ｐゴシック" charset="-128"/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76313" y="758825"/>
            <a:ext cx="5062537" cy="3797300"/>
          </a:xfrm>
          <a:solidFill>
            <a:srgbClr val="FFFFFF"/>
          </a:solidFill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2360" y="4810473"/>
            <a:ext cx="5590681" cy="4557537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3421" tIns="46712" rIns="93421" bIns="46712"/>
          <a:lstStyle/>
          <a:p>
            <a:pPr eaLnBrk="1" hangingPunct="1"/>
            <a:endParaRPr lang="ja-JP" altLang="ja-JP" sz="1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74783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1pPr>
            <a:lvl2pPr marL="753944" indent="-288411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2pPr>
            <a:lvl3pPr marL="1164617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3pPr>
            <a:lvl4pPr marL="1631716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4pPr>
            <a:lvl5pPr marL="2098815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5pPr>
            <a:lvl6pPr marL="2550241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6pPr>
            <a:lvl7pPr marL="3001667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7pPr>
            <a:lvl8pPr marL="3453095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8pPr>
            <a:lvl9pPr marL="3904519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E273718F-0816-44B0-B1BB-2CE968029AA0}" type="slidenum">
              <a:rPr lang="en-US" altLang="ja-JP" sz="800">
                <a:ea typeface="ＭＳ Ｐゴシック" charset="-128"/>
              </a:rPr>
              <a:pPr eaLnBrk="1" hangingPunct="1">
                <a:spcBef>
                  <a:spcPct val="0"/>
                </a:spcBef>
              </a:pPr>
              <a:t>2</a:t>
            </a:fld>
            <a:endParaRPr lang="en-US" altLang="ja-JP" sz="800">
              <a:ea typeface="ＭＳ Ｐゴシック" charset="-128"/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76313" y="758825"/>
            <a:ext cx="5062537" cy="3797300"/>
          </a:xfrm>
          <a:solidFill>
            <a:srgbClr val="FFFFFF"/>
          </a:solidFill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2360" y="4810473"/>
            <a:ext cx="5590681" cy="4557537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3421" tIns="46712" rIns="93421" bIns="46712"/>
          <a:lstStyle/>
          <a:p>
            <a:pPr eaLnBrk="1" hangingPunct="1"/>
            <a:endParaRPr lang="ja-JP" altLang="ja-JP" sz="1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85385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1pPr>
            <a:lvl2pPr marL="753944" indent="-288411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2pPr>
            <a:lvl3pPr marL="1164617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3pPr>
            <a:lvl4pPr marL="1631716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4pPr>
            <a:lvl5pPr marL="2098815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5pPr>
            <a:lvl6pPr marL="2550241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6pPr>
            <a:lvl7pPr marL="3001667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7pPr>
            <a:lvl8pPr marL="3453095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8pPr>
            <a:lvl9pPr marL="3904519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E273718F-0816-44B0-B1BB-2CE968029AA0}" type="slidenum">
              <a:rPr lang="en-US" altLang="ja-JP" sz="800">
                <a:ea typeface="ＭＳ Ｐゴシック" charset="-128"/>
              </a:rPr>
              <a:pPr eaLnBrk="1" hangingPunct="1">
                <a:spcBef>
                  <a:spcPct val="0"/>
                </a:spcBef>
              </a:pPr>
              <a:t>3</a:t>
            </a:fld>
            <a:endParaRPr lang="en-US" altLang="ja-JP" sz="800">
              <a:ea typeface="ＭＳ Ｐゴシック" charset="-128"/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76313" y="758825"/>
            <a:ext cx="5062537" cy="3797300"/>
          </a:xfrm>
          <a:solidFill>
            <a:srgbClr val="FFFFFF"/>
          </a:solidFill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2360" y="4810473"/>
            <a:ext cx="5590681" cy="4557537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3421" tIns="46712" rIns="93421" bIns="46712"/>
          <a:lstStyle/>
          <a:p>
            <a:pPr eaLnBrk="1" hangingPunct="1"/>
            <a:endParaRPr lang="ja-JP" altLang="ja-JP" sz="1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05178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1pPr>
            <a:lvl2pPr marL="753944" indent="-288411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2pPr>
            <a:lvl3pPr marL="1164617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3pPr>
            <a:lvl4pPr marL="1631716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4pPr>
            <a:lvl5pPr marL="2098815" indent="-228846" defTabSz="636385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5pPr>
            <a:lvl6pPr marL="2550241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6pPr>
            <a:lvl7pPr marL="3001667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7pPr>
            <a:lvl8pPr marL="3453095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8pPr>
            <a:lvl9pPr marL="3904519" indent="-228846" defTabSz="636385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charset="0"/>
                <a:ea typeface="ＭＳ Ｐ明朝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E273718F-0816-44B0-B1BB-2CE968029AA0}" type="slidenum">
              <a:rPr lang="en-US" altLang="ja-JP" sz="800">
                <a:ea typeface="ＭＳ Ｐゴシック" charset="-128"/>
              </a:rPr>
              <a:pPr eaLnBrk="1" hangingPunct="1">
                <a:spcBef>
                  <a:spcPct val="0"/>
                </a:spcBef>
              </a:pPr>
              <a:t>4</a:t>
            </a:fld>
            <a:endParaRPr lang="en-US" altLang="ja-JP" sz="800">
              <a:ea typeface="ＭＳ Ｐゴシック" charset="-128"/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76313" y="758825"/>
            <a:ext cx="5062537" cy="3797300"/>
          </a:xfrm>
          <a:solidFill>
            <a:srgbClr val="FFFFFF"/>
          </a:solidFill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2360" y="4810473"/>
            <a:ext cx="5590681" cy="4557537"/>
          </a:xfr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 lIns="93421" tIns="46712" rIns="93421" bIns="46712"/>
          <a:lstStyle/>
          <a:p>
            <a:pPr eaLnBrk="1" hangingPunct="1"/>
            <a:endParaRPr lang="ja-JP" altLang="ja-JP" sz="1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7784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01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9325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9"/>
          <p:cNvSpPr>
            <a:spLocks noChangeArrowheads="1"/>
          </p:cNvSpPr>
          <p:nvPr/>
        </p:nvSpPr>
        <p:spPr bwMode="auto">
          <a:xfrm>
            <a:off x="36000" y="6624000"/>
            <a:ext cx="9069388" cy="17462"/>
          </a:xfrm>
          <a:prstGeom prst="rect">
            <a:avLst/>
          </a:prstGeom>
          <a:solidFill>
            <a:srgbClr val="FB200F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ja-JP" dirty="0"/>
          </a:p>
        </p:txBody>
      </p:sp>
      <p:pic>
        <p:nvPicPr>
          <p:cNvPr id="11" name="図 10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0" y="6678000"/>
            <a:ext cx="1038283" cy="153883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23425" y="54000"/>
            <a:ext cx="1571656" cy="573237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30D65FF3-133C-43CB-867D-2C0BCF16D5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844324" y="6605665"/>
            <a:ext cx="4181717" cy="261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1215" tIns="45620" rIns="91215"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ja-JP" sz="1400" b="1" dirty="0">
                <a:latin typeface="Meiryo UI" panose="020B0604030504040204" pitchFamily="34" charset="-128"/>
                <a:ea typeface="Meiryo UI" panose="020B0604030504040204" pitchFamily="34" charset="-128"/>
                <a:cs typeface="Arial Unicode MS" panose="020B0604020202020204" pitchFamily="50" charset="-127"/>
              </a:rPr>
              <a:t>JTEKT THERMO SYSTEMS KOREA CO.,LTD.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6894892" y="6670857"/>
            <a:ext cx="1620000" cy="153888"/>
          </a:xfrm>
          <a:prstGeom prst="rect">
            <a:avLst/>
          </a:prstGeom>
          <a:ln w="28575" cap="sq">
            <a:solidFill>
              <a:srgbClr val="FF0000"/>
            </a:solidFill>
            <a:miter lim="800000"/>
          </a:ln>
        </p:spPr>
        <p:txBody>
          <a:bodyPr wrap="square" lIns="36000" tIns="0" rIns="36000" bIns="0" anchor="ctr">
            <a:spAutoFit/>
          </a:bodyPr>
          <a:lstStyle/>
          <a:p>
            <a:pPr algn="ctr"/>
            <a:r>
              <a:rPr lang="ko-KR" altLang="en-US" sz="1000" b="1" spc="300" dirty="0">
                <a:solidFill>
                  <a:srgbClr val="FF0000"/>
                </a:solidFill>
                <a:latin typeface="+mn-ea"/>
                <a:ea typeface="+mn-ea"/>
              </a:rPr>
              <a:t>CONFIDENTIAL</a:t>
            </a:r>
          </a:p>
        </p:txBody>
      </p:sp>
      <p:sp>
        <p:nvSpPr>
          <p:cNvPr id="13" name="직사각형 12"/>
          <p:cNvSpPr/>
          <p:nvPr userDrawn="1"/>
        </p:nvSpPr>
        <p:spPr>
          <a:xfrm>
            <a:off x="107504" y="865590"/>
            <a:ext cx="1239790" cy="380480"/>
          </a:xfrm>
          <a:prstGeom prst="rect">
            <a:avLst/>
          </a:prstGeom>
          <a:solidFill>
            <a:schemeClr val="bg1"/>
          </a:solidFill>
          <a:ln w="25400" cap="sq">
            <a:solidFill>
              <a:srgbClr val="FF000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44000" tIns="36000" rIns="144000" bIns="36000" rtlCol="0" anchor="ctr">
            <a:spAutoFit/>
          </a:bodyPr>
          <a:lstStyle/>
          <a:p>
            <a:pPr algn="ctr"/>
            <a:r>
              <a:rPr lang="ko-KR" altLang="en-US" sz="2000" b="1" dirty="0">
                <a:solidFill>
                  <a:srgbClr val="FF0000"/>
                </a:solidFill>
                <a:latin typeface="+mn-ea"/>
              </a:rPr>
              <a:t>사 외 비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0" y="180000"/>
            <a:ext cx="1162050" cy="29315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latinLnBrk="1" hangingPunct="1">
              <a:lnSpc>
                <a:spcPct val="150000"/>
              </a:lnSpc>
              <a:defRPr/>
            </a:pPr>
            <a:r>
              <a:rPr lang="en-US" altLang="ko-KR" sz="1000" b="0" dirty="0">
                <a:latin typeface="+mj-ea"/>
                <a:ea typeface="+mj-ea"/>
              </a:rPr>
              <a:t>[</a:t>
            </a:r>
            <a:r>
              <a:rPr lang="ko-KR" altLang="en-US" sz="1000" b="0" dirty="0">
                <a:latin typeface="+mj-ea"/>
                <a:ea typeface="+mj-ea"/>
              </a:rPr>
              <a:t>별첨</a:t>
            </a:r>
            <a:r>
              <a:rPr lang="en-US" altLang="ko-KR" sz="1000" b="0" dirty="0">
                <a:latin typeface="+mj-ea"/>
                <a:ea typeface="+mj-ea"/>
              </a:rPr>
              <a:t>3]</a:t>
            </a:r>
            <a:endParaRPr lang="ko-KR" altLang="en-US" sz="1000" b="0" dirty="0">
              <a:latin typeface="+mj-ea"/>
              <a:ea typeface="+mj-ea"/>
            </a:endParaRPr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DBD7DC30-552F-46EA-8333-E786AA9BF06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6000" y="685800"/>
            <a:ext cx="1512000" cy="71438"/>
          </a:xfrm>
          <a:prstGeom prst="rect">
            <a:avLst/>
          </a:prstGeom>
          <a:solidFill>
            <a:srgbClr val="FB200F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ja-JP" dirty="0"/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D9975957-16E5-4306-9D10-59EABBC4D01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66000" y="685800"/>
            <a:ext cx="7560000" cy="73025"/>
          </a:xfrm>
          <a:prstGeom prst="rect">
            <a:avLst/>
          </a:prstGeom>
          <a:gradFill rotWithShape="1">
            <a:gsLst>
              <a:gs pos="0">
                <a:schemeClr val="tx1"/>
              </a:gs>
              <a:gs pos="100000">
                <a:schemeClr val="tx1">
                  <a:gamma/>
                  <a:tint val="18039"/>
                  <a:invGamma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ja-JP" altLang="en-US" dirty="0">
              <a:ea typeface="ＭＳ Ｐゴシック" pitchFamily="50" charset="-128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5FCF3A4-7401-4196-91E4-2E5C86ED4D3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86705941"/>
              </p:ext>
            </p:extLst>
          </p:nvPr>
        </p:nvGraphicFramePr>
        <p:xfrm>
          <a:off x="6480000" y="864000"/>
          <a:ext cx="248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작성자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확인자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승인자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02568E1-9DAD-486E-82F8-402A1DAFA7C3}"/>
              </a:ext>
            </a:extLst>
          </p:cNvPr>
          <p:cNvSpPr txBox="1"/>
          <p:nvPr userDrawn="1"/>
        </p:nvSpPr>
        <p:spPr bwMode="auto">
          <a:xfrm>
            <a:off x="3420000" y="3420000"/>
            <a:ext cx="2520000" cy="43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rtlCol="0" anchor="ctr">
            <a:noAutofit/>
          </a:bodyPr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dirty="0">
                <a:latin typeface="+mj-ea"/>
                <a:ea typeface="+mj-ea"/>
              </a:rPr>
              <a:t>해석 결과 보고서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53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+mn-ea"/>
          <a:ea typeface="+mn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36000" y="685800"/>
            <a:ext cx="1512000" cy="71438"/>
          </a:xfrm>
          <a:prstGeom prst="rect">
            <a:avLst/>
          </a:prstGeom>
          <a:solidFill>
            <a:srgbClr val="FB200F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ja-JP" dirty="0"/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auto">
          <a:xfrm>
            <a:off x="1566000" y="685800"/>
            <a:ext cx="7560000" cy="73025"/>
          </a:xfrm>
          <a:prstGeom prst="rect">
            <a:avLst/>
          </a:prstGeom>
          <a:gradFill rotWithShape="1">
            <a:gsLst>
              <a:gs pos="0">
                <a:schemeClr val="tx1"/>
              </a:gs>
              <a:gs pos="100000">
                <a:schemeClr val="tx1">
                  <a:gamma/>
                  <a:tint val="18039"/>
                  <a:invGamma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ja-JP" altLang="en-US" dirty="0">
              <a:ea typeface="ＭＳ Ｐゴシック" pitchFamily="50" charset="-128"/>
            </a:endParaRPr>
          </a:p>
        </p:txBody>
      </p:sp>
      <p:sp>
        <p:nvSpPr>
          <p:cNvPr id="1028" name="Rectangle 9"/>
          <p:cNvSpPr>
            <a:spLocks noChangeArrowheads="1"/>
          </p:cNvSpPr>
          <p:nvPr/>
        </p:nvSpPr>
        <p:spPr bwMode="auto">
          <a:xfrm>
            <a:off x="36000" y="6624000"/>
            <a:ext cx="9069388" cy="17462"/>
          </a:xfrm>
          <a:prstGeom prst="rect">
            <a:avLst/>
          </a:prstGeom>
          <a:solidFill>
            <a:srgbClr val="FB200F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ja-JP" dirty="0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72000" y="54000"/>
            <a:ext cx="6480000" cy="57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2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60000" y="972000"/>
            <a:ext cx="8534400" cy="533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pic>
        <p:nvPicPr>
          <p:cNvPr id="11" name="図 10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0" y="6678000"/>
            <a:ext cx="1038283" cy="153883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24000" y="54000"/>
            <a:ext cx="1571656" cy="573237"/>
          </a:xfrm>
          <a:prstGeom prst="rect">
            <a:avLst/>
          </a:prstGeom>
        </p:spPr>
      </p:pic>
      <p:sp>
        <p:nvSpPr>
          <p:cNvPr id="15" name="Text Box 10">
            <a:extLst>
              <a:ext uri="{FF2B5EF4-FFF2-40B4-BE49-F238E27FC236}">
                <a16:creationId xmlns:a16="http://schemas.microsoft.com/office/drawing/2014/main" id="{30D65FF3-133C-43CB-867D-2C0BCF16D5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844324" y="6605665"/>
            <a:ext cx="4181717" cy="261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1215" tIns="45620" rIns="91215" bIns="0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ＭＳ Ｐゴシック" pitchFamily="50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ja-JP" sz="1400" b="1" dirty="0">
                <a:latin typeface="Meiryo UI" panose="020B0604030504040204" pitchFamily="34" charset="-128"/>
                <a:ea typeface="Meiryo UI" panose="020B0604030504040204" pitchFamily="34" charset="-128"/>
                <a:cs typeface="Arial Unicode MS" panose="020B0604020202020204" pitchFamily="50" charset="-127"/>
              </a:rPr>
              <a:t>JTEKT THERMO SYSTEMS KOREA CO.,LTD.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6894892" y="6670857"/>
            <a:ext cx="1620000" cy="153888"/>
          </a:xfrm>
          <a:prstGeom prst="rect">
            <a:avLst/>
          </a:prstGeom>
          <a:ln w="28575" cap="sq">
            <a:solidFill>
              <a:srgbClr val="FF0000"/>
            </a:solidFill>
            <a:miter lim="800000"/>
          </a:ln>
        </p:spPr>
        <p:txBody>
          <a:bodyPr wrap="square" lIns="36000" tIns="0" rIns="36000" bIns="0" anchor="ctr">
            <a:spAutoFit/>
          </a:bodyPr>
          <a:lstStyle/>
          <a:p>
            <a:pPr algn="ctr"/>
            <a:r>
              <a:rPr lang="ko-KR" altLang="en-US" sz="1000" b="1" spc="300" dirty="0">
                <a:solidFill>
                  <a:srgbClr val="FF0000"/>
                </a:solidFill>
                <a:latin typeface="+mn-ea"/>
                <a:ea typeface="+mn-ea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0529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+mn-ea"/>
          <a:ea typeface="+mn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Calibri" pitchFamily="34" charset="0"/>
          <a:ea typeface="ＭＳ Ｐゴシック" pitchFamily="5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4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613242"/>
              </p:ext>
            </p:extLst>
          </p:nvPr>
        </p:nvGraphicFramePr>
        <p:xfrm>
          <a:off x="2520000" y="4320000"/>
          <a:ext cx="4320000" cy="187200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4037675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95423627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+mj-ea"/>
                          <a:ea typeface="+mj-ea"/>
                        </a:rPr>
                        <a:t>소 속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기술부 해석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G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해석 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65718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+mj-ea"/>
                          <a:ea typeface="+mj-ea"/>
                        </a:rPr>
                        <a:t>수행 기간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~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u="none" strike="noStrike" dirty="0">
                          <a:effectLst/>
                          <a:latin typeface="+mj-ea"/>
                          <a:ea typeface="+mj-ea"/>
                        </a:rPr>
                        <a:t>담당자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itle_Box">
            <a:extLst>
              <a:ext uri="{FF2B5EF4-FFF2-40B4-BE49-F238E27FC236}">
                <a16:creationId xmlns:a16="http://schemas.microsoft.com/office/drawing/2014/main" id="{5423FD48-63AC-49D4-90C4-1276E4BE1F58}"/>
              </a:ext>
            </a:extLst>
          </p:cNvPr>
          <p:cNvSpPr/>
          <p:nvPr/>
        </p:nvSpPr>
        <p:spPr>
          <a:xfrm>
            <a:off x="1260000" y="2340000"/>
            <a:ext cx="684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3000" dirty="0">
                <a:latin typeface="+mj-ea"/>
                <a:ea typeface="+mj-ea"/>
              </a:rPr>
              <a:t>보고서 제목 </a:t>
            </a:r>
            <a:endParaRPr lang="en-US" altLang="ko-KR" sz="3000" dirty="0">
              <a:latin typeface="+mj-ea"/>
              <a:ea typeface="+mj-ea"/>
            </a:endParaRP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EE429F07-D635-4D30-B0FD-FA361441FF48}"/>
              </a:ext>
            </a:extLst>
          </p:cNvPr>
          <p:cNvSpPr txBox="1">
            <a:spLocks/>
          </p:cNvSpPr>
          <p:nvPr/>
        </p:nvSpPr>
        <p:spPr bwMode="auto">
          <a:xfrm>
            <a:off x="8460000" y="6660000"/>
            <a:ext cx="540000" cy="18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eaLnBrk="0" fontAlgn="base" hangingPunct="0">
              <a:spcBef>
                <a:spcPct val="50000"/>
              </a:spcBef>
              <a:spcAft>
                <a:spcPct val="0"/>
              </a:spcAft>
              <a:defRPr kumimoji="1" sz="1300" b="1" kern="1200">
                <a:solidFill>
                  <a:schemeClr val="tx1"/>
                </a:solidFill>
                <a:latin typeface="+mn-ea"/>
                <a:ea typeface="ＭＳ Ｐゴシック" pitchFamily="50" charset="-128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9pPr>
          </a:lstStyle>
          <a:p>
            <a:pPr>
              <a:defRPr/>
            </a:pPr>
            <a:fld id="{D650FBEF-8BB1-4210-867F-E422D5563B83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00500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 bwMode="auto">
          <a:xfrm>
            <a:off x="108000" y="72000"/>
            <a:ext cx="3600000" cy="5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tIns="54000" bIns="54000" rtlCol="0" anchor="ctr">
            <a:noAutofit/>
          </a:bodyPr>
          <a:lstStyle/>
          <a:p>
            <a:pPr algn="l"/>
            <a:r>
              <a:rPr lang="ko-KR" altLang="en-US" sz="2000" dirty="0">
                <a:latin typeface="+mj-ea"/>
                <a:ea typeface="+mj-ea"/>
              </a:rPr>
              <a:t>■ 개요 </a:t>
            </a:r>
            <a:r>
              <a:rPr lang="en-US" altLang="ko-KR" sz="2000" dirty="0">
                <a:latin typeface="+mj-ea"/>
                <a:ea typeface="+mj-ea"/>
              </a:rPr>
              <a:t>| Summary</a:t>
            </a:r>
            <a:endParaRPr lang="ko-KR" altLang="en-US" sz="2000" dirty="0">
              <a:latin typeface="+mj-ea"/>
              <a:ea typeface="+mj-ea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166929"/>
              </p:ext>
            </p:extLst>
          </p:nvPr>
        </p:nvGraphicFramePr>
        <p:xfrm>
          <a:off x="241300" y="1016002"/>
          <a:ext cx="8683700" cy="54005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868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| </a:t>
                      </a:r>
                      <a:r>
                        <a:rPr lang="ko-KR" altLang="en-US" sz="1100" b="1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안건명</a:t>
                      </a:r>
                      <a:r>
                        <a:rPr lang="ko-KR" altLang="en-US" sz="1100" b="1" u="none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|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9525" marB="0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2000" marR="72000" marT="9525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555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| </a:t>
                      </a:r>
                      <a:r>
                        <a:rPr lang="ko-KR" altLang="en-US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배경 </a:t>
                      </a:r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|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9525" marB="0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18000" marB="18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| </a:t>
                      </a:r>
                      <a:r>
                        <a:rPr lang="ko-KR" altLang="en-US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목표 </a:t>
                      </a:r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|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9525" marB="0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| </a:t>
                      </a:r>
                      <a:r>
                        <a:rPr lang="ko-KR" altLang="en-US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최종 결론 </a:t>
                      </a:r>
                      <a:r>
                        <a:rPr lang="en-US" altLang="ko-KR" sz="11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|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9525" marB="0" anchor="ctr"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pPr marL="0" indent="0" fontAlgn="base">
                        <a:buFontTx/>
                        <a:buNone/>
                      </a:pPr>
                      <a:endParaRPr kumimoji="1" lang="en-US" altLang="ko-KR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Page">
            <a:extLst>
              <a:ext uri="{FF2B5EF4-FFF2-40B4-BE49-F238E27FC236}">
                <a16:creationId xmlns:a16="http://schemas.microsoft.com/office/drawing/2014/main" id="{2A99CFD1-BA06-4240-91A5-4462B5866728}"/>
              </a:ext>
            </a:extLst>
          </p:cNvPr>
          <p:cNvSpPr txBox="1">
            <a:spLocks/>
          </p:cNvSpPr>
          <p:nvPr/>
        </p:nvSpPr>
        <p:spPr bwMode="auto">
          <a:xfrm>
            <a:off x="8460000" y="6660000"/>
            <a:ext cx="540000" cy="18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eaLnBrk="0" fontAlgn="base" hangingPunct="0">
              <a:spcBef>
                <a:spcPct val="50000"/>
              </a:spcBef>
              <a:spcAft>
                <a:spcPct val="0"/>
              </a:spcAft>
              <a:defRPr kumimoji="1" sz="1300" b="1" kern="1200">
                <a:solidFill>
                  <a:schemeClr val="tx1"/>
                </a:solidFill>
                <a:latin typeface="+mn-ea"/>
                <a:ea typeface="ＭＳ Ｐゴシック" pitchFamily="50" charset="-128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9pPr>
          </a:lstStyle>
          <a:p>
            <a:pPr>
              <a:defRPr/>
            </a:pPr>
            <a:fld id="{D650FBEF-8BB1-4210-867F-E422D5563B83}" type="slidenum">
              <a:rPr lang="en-US" altLang="ja-JP" smtClean="0"/>
              <a:pPr>
                <a:defRPr/>
              </a:pPr>
              <a:t>2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223387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1443" y="890612"/>
            <a:ext cx="6407150" cy="2936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l" eaLnBrk="1" latinLnBrk="1" hangingPunct="1">
              <a:lnSpc>
                <a:spcPct val="150000"/>
              </a:lnSpc>
              <a:defRPr/>
            </a:pPr>
            <a:r>
              <a:rPr lang="en-US" altLang="ko-KR" sz="1000" b="1" dirty="0">
                <a:latin typeface="+mj-ea"/>
                <a:ea typeface="+mj-ea"/>
              </a:rPr>
              <a:t>▶ </a:t>
            </a:r>
            <a:r>
              <a:rPr lang="ko-KR" altLang="en-US" sz="1000" b="1" dirty="0">
                <a:latin typeface="+mj-ea"/>
                <a:ea typeface="+mj-ea"/>
              </a:rPr>
              <a:t>설계 모델 및 </a:t>
            </a:r>
            <a:r>
              <a:rPr lang="en-US" altLang="ko-KR" sz="1000" b="1" dirty="0">
                <a:latin typeface="+mj-ea"/>
                <a:ea typeface="+mj-ea"/>
              </a:rPr>
              <a:t>FE </a:t>
            </a:r>
            <a:r>
              <a:rPr lang="ko-KR" altLang="en-US" sz="1000" b="1" dirty="0">
                <a:latin typeface="+mj-ea"/>
                <a:ea typeface="+mj-ea"/>
              </a:rP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05" y="1335112"/>
            <a:ext cx="6407150" cy="2936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l" eaLnBrk="1" latinLnBrk="1" hangingPunct="1">
              <a:lnSpc>
                <a:spcPct val="150000"/>
              </a:lnSpc>
              <a:defRPr/>
            </a:pPr>
            <a:r>
              <a:rPr lang="en-US" altLang="ko-KR" sz="1000" b="1" dirty="0">
                <a:latin typeface="+mj-ea"/>
                <a:ea typeface="+mj-ea"/>
              </a:rPr>
              <a:t>▶ </a:t>
            </a:r>
            <a:r>
              <a:rPr lang="ko-KR" altLang="en-US" sz="1000" b="1" dirty="0">
                <a:latin typeface="+mj-ea"/>
                <a:ea typeface="+mj-ea"/>
              </a:rPr>
              <a:t>해석 경계 및 재질 조건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32DAC-162B-4CDA-9DF5-D7522A4A5893}"/>
              </a:ext>
            </a:extLst>
          </p:cNvPr>
          <p:cNvSpPr txBox="1"/>
          <p:nvPr/>
        </p:nvSpPr>
        <p:spPr bwMode="auto">
          <a:xfrm>
            <a:off x="108000" y="72000"/>
            <a:ext cx="7200000" cy="5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tIns="54000" bIns="54000" rtlCol="0" anchor="ctr">
            <a:noAutofit/>
          </a:bodyPr>
          <a:lstStyle/>
          <a:p>
            <a:pPr algn="l"/>
            <a:r>
              <a:rPr lang="ko-KR" altLang="en-US" sz="2000" dirty="0">
                <a:latin typeface="+mj-ea"/>
                <a:ea typeface="+mj-ea"/>
              </a:rPr>
              <a:t>■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kumimoji="0" lang="ko-KR" altLang="en-US" sz="2000" dirty="0">
                <a:latin typeface="+mj-ea"/>
                <a:ea typeface="+mj-ea"/>
                <a:cs typeface="Times New Roman" pitchFamily="18" charset="0"/>
              </a:rPr>
              <a:t>해석 모델 및 조건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lang="en-US" altLang="ko-KR" sz="2000" b="1" dirty="0">
                <a:latin typeface="+mj-ea"/>
                <a:ea typeface="+mj-ea"/>
              </a:rPr>
              <a:t>| </a:t>
            </a:r>
            <a:r>
              <a:rPr lang="en-US" altLang="ko-KR" sz="2000" dirty="0">
                <a:latin typeface="+mj-ea"/>
                <a:ea typeface="+mj-ea"/>
              </a:rPr>
              <a:t>Model &amp; Conditions</a:t>
            </a:r>
            <a:endParaRPr lang="ko-KR" altLang="en-US" sz="2000" b="1" dirty="0">
              <a:latin typeface="+mj-ea"/>
              <a:ea typeface="+mj-ea"/>
            </a:endParaRP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19C56417-0197-4770-BABF-907F8AA9DF7D}"/>
              </a:ext>
            </a:extLst>
          </p:cNvPr>
          <p:cNvSpPr txBox="1">
            <a:spLocks/>
          </p:cNvSpPr>
          <p:nvPr/>
        </p:nvSpPr>
        <p:spPr bwMode="auto">
          <a:xfrm>
            <a:off x="8460000" y="6660000"/>
            <a:ext cx="540000" cy="18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eaLnBrk="0" fontAlgn="base" hangingPunct="0">
              <a:spcBef>
                <a:spcPct val="50000"/>
              </a:spcBef>
              <a:spcAft>
                <a:spcPct val="0"/>
              </a:spcAft>
              <a:defRPr kumimoji="1" sz="1300" b="1" kern="1200">
                <a:solidFill>
                  <a:schemeClr val="tx1"/>
                </a:solidFill>
                <a:latin typeface="+mn-ea"/>
                <a:ea typeface="ＭＳ Ｐゴシック" pitchFamily="50" charset="-128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9pPr>
          </a:lstStyle>
          <a:p>
            <a:pPr>
              <a:defRPr/>
            </a:pPr>
            <a:fld id="{D650FBEF-8BB1-4210-867F-E422D5563B83}" type="slidenum">
              <a:rPr lang="en-US" altLang="ja-JP" smtClean="0"/>
              <a:pPr>
                <a:defRPr/>
              </a:pPr>
              <a:t>3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590105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1443" y="890612"/>
            <a:ext cx="6407150" cy="2936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l" eaLnBrk="1" latinLnBrk="1" hangingPunct="1">
              <a:lnSpc>
                <a:spcPct val="150000"/>
              </a:lnSpc>
              <a:defRPr/>
            </a:pPr>
            <a:r>
              <a:rPr lang="en-US" altLang="ko-KR" sz="1000" b="1" dirty="0">
                <a:latin typeface="+mj-ea"/>
                <a:ea typeface="+mj-ea"/>
              </a:rPr>
              <a:t>▶ </a:t>
            </a:r>
            <a:r>
              <a:rPr lang="ko-KR" altLang="en-US" sz="1000" b="1" dirty="0">
                <a:latin typeface="+mj-ea"/>
                <a:ea typeface="+mj-ea"/>
              </a:rPr>
              <a:t>결과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A95A40-AC80-44D0-B41D-91D528900E19}"/>
              </a:ext>
            </a:extLst>
          </p:cNvPr>
          <p:cNvSpPr txBox="1"/>
          <p:nvPr/>
        </p:nvSpPr>
        <p:spPr bwMode="auto">
          <a:xfrm>
            <a:off x="108000" y="72000"/>
            <a:ext cx="7200000" cy="5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tIns="54000" bIns="54000" rtlCol="0" anchor="ctr">
            <a:noAutofit/>
          </a:bodyPr>
          <a:lstStyle/>
          <a:p>
            <a:pPr algn="l"/>
            <a:r>
              <a:rPr lang="ko-KR" altLang="en-US" sz="2000" dirty="0">
                <a:latin typeface="+mj-ea"/>
                <a:ea typeface="+mj-ea"/>
              </a:rPr>
              <a:t>■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kumimoji="0" lang="ko-KR" altLang="en-US" sz="2000" dirty="0">
                <a:latin typeface="+mj-ea"/>
                <a:ea typeface="+mj-ea"/>
                <a:cs typeface="Times New Roman" pitchFamily="18" charset="0"/>
              </a:rPr>
              <a:t>해석 결과 </a:t>
            </a:r>
            <a:r>
              <a:rPr lang="en-US" altLang="ko-KR" sz="2000" b="1" dirty="0">
                <a:latin typeface="+mj-ea"/>
                <a:ea typeface="+mj-ea"/>
              </a:rPr>
              <a:t>| Analysis </a:t>
            </a:r>
            <a:r>
              <a:rPr lang="en-US" altLang="ko-KR" sz="2000" dirty="0">
                <a:latin typeface="+mj-ea"/>
                <a:ea typeface="+mj-ea"/>
              </a:rPr>
              <a:t>Results</a:t>
            </a:r>
            <a:endParaRPr lang="ko-KR" altLang="en-US" sz="2000" b="1" dirty="0">
              <a:latin typeface="+mj-ea"/>
              <a:ea typeface="+mj-ea"/>
            </a:endParaRP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F7C58C41-A5CE-41E9-977A-F94878E0D440}"/>
              </a:ext>
            </a:extLst>
          </p:cNvPr>
          <p:cNvSpPr txBox="1">
            <a:spLocks/>
          </p:cNvSpPr>
          <p:nvPr/>
        </p:nvSpPr>
        <p:spPr bwMode="auto">
          <a:xfrm>
            <a:off x="8460000" y="6660000"/>
            <a:ext cx="540000" cy="18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eaLnBrk="0" fontAlgn="base" hangingPunct="0">
              <a:spcBef>
                <a:spcPct val="50000"/>
              </a:spcBef>
              <a:spcAft>
                <a:spcPct val="0"/>
              </a:spcAft>
              <a:defRPr kumimoji="1" sz="1300" b="1" kern="1200">
                <a:solidFill>
                  <a:schemeClr val="tx1"/>
                </a:solidFill>
                <a:latin typeface="+mn-ea"/>
                <a:ea typeface="ＭＳ Ｐゴシック" pitchFamily="50" charset="-128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sz="1600" b="1" kern="1200">
                <a:solidFill>
                  <a:schemeClr val="tx1"/>
                </a:solidFill>
                <a:latin typeface="Times New Roman" pitchFamily="18" charset="0"/>
                <a:ea typeface="ＭＳ Ｐゴシック" charset="-128"/>
                <a:cs typeface="+mn-cs"/>
              </a:defRPr>
            </a:lvl9pPr>
          </a:lstStyle>
          <a:p>
            <a:pPr>
              <a:defRPr/>
            </a:pPr>
            <a:fld id="{D650FBEF-8BB1-4210-867F-E422D5563B83}" type="slidenum">
              <a:rPr lang="en-US" altLang="ja-JP" smtClean="0"/>
              <a:pPr>
                <a:defRPr/>
              </a:pPr>
              <a:t>4</a:t>
            </a:fld>
            <a:endParaRPr lang="en-US" altLang="ja-JP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300EF4-1427-6F80-517D-30904A17F383}"/>
              </a:ext>
            </a:extLst>
          </p:cNvPr>
          <p:cNvSpPr txBox="1"/>
          <p:nvPr/>
        </p:nvSpPr>
        <p:spPr bwMode="auto">
          <a:xfrm>
            <a:off x="-1066707" y="1185973"/>
            <a:ext cx="476989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ko-KR" dirty="0"/>
              <a:t>[CASE_TITLE]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C1711A-E47F-8809-DA15-6C7E83D7B4C1}"/>
              </a:ext>
            </a:extLst>
          </p:cNvPr>
          <p:cNvSpPr txBox="1"/>
          <p:nvPr/>
        </p:nvSpPr>
        <p:spPr bwMode="auto">
          <a:xfrm>
            <a:off x="1485018" y="2381571"/>
            <a:ext cx="3600000" cy="32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rtlCol="0">
            <a:no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</a:rPr>
              <a:t>[RACK_MODEL]</a:t>
            </a:r>
            <a:endParaRPr lang="ko-KR" altLang="en-US" sz="2000" b="1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C50BD8-8104-EB64-8447-8D8E0ACACC19}"/>
              </a:ext>
            </a:extLst>
          </p:cNvPr>
          <p:cNvSpPr txBox="1"/>
          <p:nvPr/>
        </p:nvSpPr>
        <p:spPr bwMode="auto">
          <a:xfrm>
            <a:off x="571569" y="2561571"/>
            <a:ext cx="108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noAutofit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en-US" altLang="ko-KR" b="0" dirty="0"/>
              <a:t>[RACK_LEGEND]</a:t>
            </a:r>
            <a:endParaRPr lang="ko-KR" altLang="ko-KR" sz="1600" b="0" i="0" dirty="0">
              <a:effectLst/>
              <a:latin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8C04F2-AFC3-F604-5142-841D4AA2E7A0}"/>
              </a:ext>
            </a:extLst>
          </p:cNvPr>
          <p:cNvSpPr txBox="1"/>
          <p:nvPr/>
        </p:nvSpPr>
        <p:spPr bwMode="auto">
          <a:xfrm>
            <a:off x="-99204" y="5582026"/>
            <a:ext cx="4671204" cy="385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ko-KR" altLang="ko-KR" sz="1600" b="0" i="0">
                <a:effectLst/>
                <a:latin typeface="Times New Roman" pitchFamily="18" charset="0"/>
              </a:rPr>
              <a:t>[TEMPLATE_RESULT]</a:t>
            </a:r>
            <a:endParaRPr lang="ko-KR" altLang="ko-KR" sz="1600" b="0" i="0">
              <a:effectLst/>
              <a:latin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55077B-FCF5-ACE6-FE99-F0F89A9E0400}"/>
              </a:ext>
            </a:extLst>
          </p:cNvPr>
          <p:cNvSpPr txBox="1"/>
          <p:nvPr/>
        </p:nvSpPr>
        <p:spPr bwMode="auto">
          <a:xfrm>
            <a:off x="5485449" y="2381571"/>
            <a:ext cx="3600000" cy="32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rtlCol="0">
            <a:no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</a:rPr>
              <a:t>[GLASS_MODEL]</a:t>
            </a:r>
            <a:endParaRPr lang="ko-KR" altLang="en-US" sz="2000" b="1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13160-0E70-099D-9286-0C1311FEF4BD}"/>
              </a:ext>
            </a:extLst>
          </p:cNvPr>
          <p:cNvSpPr txBox="1"/>
          <p:nvPr/>
        </p:nvSpPr>
        <p:spPr bwMode="auto">
          <a:xfrm>
            <a:off x="4572000" y="2561571"/>
            <a:ext cx="108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noAutofit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ko-KR" altLang="ko-KR" b="0" dirty="0"/>
              <a:t>[GLASS_LEGEND]</a:t>
            </a:r>
          </a:p>
        </p:txBody>
      </p:sp>
    </p:spTree>
    <p:extLst>
      <p:ext uri="{BB962C8B-B14F-4D97-AF65-F5344CB8AC3E}">
        <p14:creationId xmlns:p14="http://schemas.microsoft.com/office/powerpoint/2010/main" val="21266069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ロゴPPTデザイン-202204">
  <a:themeElements>
    <a:clrScheme name="スリップストリーム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ユーザー定義 2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66"/>
        </a:solidFill>
        <a:ln>
          <a:solidFill>
            <a:srgbClr val="FF0000"/>
          </a:solidFill>
        </a:ln>
      </a:spPr>
      <a:bodyPr rtlCol="0" anchor="ctr"/>
      <a:lstStyle>
        <a:defPPr algn="ctr">
          <a:defRPr kumimoji="1" sz="1800" b="1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 bwMode="auto"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wrap="square">
        <a:spAutoFit/>
      </a:bodyPr>
      <a:lstStyle>
        <a:defPPr eaLnBrk="1" hangingPunct="1">
          <a:spcBef>
            <a:spcPct val="0"/>
          </a:spcBef>
          <a:buFontTx/>
          <a:buNone/>
          <a:defRPr sz="2000" b="1" dirty="0" smtClean="0">
            <a:solidFill>
              <a:srgbClr val="FF0000"/>
            </a:solidFill>
            <a:latin typeface="Times New Roman" pitchFamily="18" charset="0"/>
          </a:defRPr>
        </a:defPPr>
      </a:lstStyle>
    </a:txDef>
  </a:objectDefaults>
  <a:extraClrSchemeLst>
    <a:extraClrScheme>
      <a:clrScheme name="Koyo PPT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yo PPTデザイン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新ロゴPPTデザイン-202204">
  <a:themeElements>
    <a:clrScheme name="スリップストリーム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ユーザー定義 2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66"/>
        </a:solidFill>
        <a:ln>
          <a:solidFill>
            <a:srgbClr val="FF0000"/>
          </a:solidFill>
        </a:ln>
      </a:spPr>
      <a:bodyPr rtlCol="0" anchor="ctr"/>
      <a:lstStyle>
        <a:defPPr algn="ctr">
          <a:defRPr kumimoji="1" sz="1800" b="1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 bwMode="auto"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wrap="square">
        <a:spAutoFit/>
      </a:bodyPr>
      <a:lstStyle>
        <a:defPPr eaLnBrk="1" hangingPunct="1">
          <a:spcBef>
            <a:spcPct val="0"/>
          </a:spcBef>
          <a:buFontTx/>
          <a:buNone/>
          <a:defRPr sz="2000" b="1" dirty="0" smtClean="0">
            <a:solidFill>
              <a:srgbClr val="FF0000"/>
            </a:solidFill>
            <a:latin typeface="Times New Roman" pitchFamily="18" charset="0"/>
          </a:defRPr>
        </a:defPPr>
      </a:lstStyle>
    </a:txDef>
  </a:objectDefaults>
  <a:extraClrSchemeLst>
    <a:extraClrScheme>
      <a:clrScheme name="Koyo PPT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yo PPTデザイン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yo PPTデザイン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Unknown Document Type" ma:contentTypeID="0x010104" ma:contentTypeVersion="0" ma:contentTypeDescription="" ma:contentTypeScope="" ma:versionID="05d83ceaa0bbd2e3bc716e6e66bd857a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b3d69fe45253d5ff147bb69036b756a7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BAE97B-11FC-4FCF-A38B-82789D3DC7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8EACA5CC-29F5-442B-A406-DF53029F78C2}">
  <ds:schemaRefs>
    <ds:schemaRef ds:uri="http://www.w3.org/XML/1998/namespace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CBB636D-F13E-47F2-9A4C-FC2B3C4C5F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64013</TotalTime>
  <Words>101</Words>
  <Application>Microsoft Office PowerPoint</Application>
  <PresentationFormat>화면 슬라이드 쇼(4:3)</PresentationFormat>
  <Paragraphs>31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3" baseType="lpstr">
      <vt:lpstr>Meiryo UI</vt:lpstr>
      <vt:lpstr>ＭＳ Ｐゴシック</vt:lpstr>
      <vt:lpstr>맑은 고딕</vt:lpstr>
      <vt:lpstr>Arial</vt:lpstr>
      <vt:lpstr>Calibri</vt:lpstr>
      <vt:lpstr>Segoe UI</vt:lpstr>
      <vt:lpstr>Times New Roman</vt:lpstr>
      <vt:lpstr>新ロゴPPTデザイン-202204</vt:lpstr>
      <vt:lpstr>1_新ロゴPPTデザイン-202204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株式会社ジェイテクト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PPTマスタ（統合ロゴ入り）</dc:title>
  <dc:creator>広報部</dc:creator>
  <cp:lastModifiedBy>정 재인(Jae-In Jeong)</cp:lastModifiedBy>
  <cp:revision>3833</cp:revision>
  <cp:lastPrinted>2022-03-04T00:25:55Z</cp:lastPrinted>
  <dcterms:created xsi:type="dcterms:W3CDTF">2005-01-07T08:52:57Z</dcterms:created>
  <dcterms:modified xsi:type="dcterms:W3CDTF">2026-10-16T07:32:27Z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TAG2">
    <vt:lpwstr>0008003629000000000001023560</vt:lpwstr>
  </property>
</Properties>
</file>