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  <p:sldMasterId id="2147483659" r:id="rId5"/>
  </p:sldMasterIdLst>
  <p:notesMasterIdLst>
    <p:notesMasterId r:id="rId11"/>
  </p:notesMasterIdLst>
  <p:handoutMasterIdLst>
    <p:handoutMasterId r:id="rId12"/>
  </p:handoutMasterIdLst>
  <p:sldIdLst>
    <p:sldId id="910" r:id="rId6"/>
    <p:sldId id="911" r:id="rId7"/>
    <p:sldId id="913" r:id="rId8"/>
    <p:sldId id="914" r:id="rId9"/>
    <p:sldId id="915" r:id="rId10"/>
  </p:sldIdLst>
  <p:sldSz cx="9144000" cy="6858000" type="screen4x3"/>
  <p:notesSz cx="6864350" cy="9996488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8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6E6E6"/>
    <a:srgbClr val="FB200F"/>
    <a:srgbClr val="FFFF99"/>
    <a:srgbClr val="66FF33"/>
    <a:srgbClr val="FF3300"/>
    <a:srgbClr val="FF6699"/>
    <a:srgbClr val="FF9999"/>
    <a:srgbClr val="FF9900"/>
    <a:srgbClr val="4D4D4D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5693" autoAdjust="0"/>
  </p:normalViewPr>
  <p:slideViewPr>
    <p:cSldViewPr>
      <p:cViewPr varScale="1">
        <p:scale>
          <a:sx n="89" d="100"/>
          <a:sy n="89" d="100"/>
        </p:scale>
        <p:origin x="96" y="581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408"/>
    </p:cViewPr>
  </p:sorterViewPr>
  <p:notesViewPr>
    <p:cSldViewPr>
      <p:cViewPr>
        <p:scale>
          <a:sx n="80" d="100"/>
          <a:sy n="80" d="100"/>
        </p:scale>
        <p:origin x="3144" y="-42"/>
      </p:cViewPr>
      <p:guideLst>
        <p:guide orient="horz" pos="3148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878" cy="463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42" tIns="46422" rIns="92842" bIns="46422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50000"/>
              </a:spcBef>
              <a:defRPr sz="1200"/>
            </a:lvl1pPr>
          </a:lstStyle>
          <a:p>
            <a:endParaRPr lang="en-US" altLang="ja-JP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2733" y="0"/>
            <a:ext cx="2950878" cy="463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42" tIns="46422" rIns="92842" bIns="46422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200"/>
            </a:lvl1pPr>
          </a:lstStyle>
          <a:p>
            <a:endParaRPr lang="en-US" altLang="ja-JP"/>
          </a:p>
        </p:txBody>
      </p:sp>
      <p:sp>
        <p:nvSpPr>
          <p:cNvPr id="1146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96261"/>
            <a:ext cx="2950878" cy="463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42" tIns="46422" rIns="92842" bIns="46422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50000"/>
              </a:spcBef>
              <a:defRPr sz="1200"/>
            </a:lvl1pPr>
          </a:lstStyle>
          <a:p>
            <a:endParaRPr lang="en-US" altLang="ja-JP"/>
          </a:p>
        </p:txBody>
      </p:sp>
      <p:sp>
        <p:nvSpPr>
          <p:cNvPr id="1146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2733" y="9496261"/>
            <a:ext cx="2950878" cy="463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42" tIns="46422" rIns="92842" bIns="46422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200"/>
            </a:lvl1pPr>
          </a:lstStyle>
          <a:p>
            <a:fld id="{092CF6AF-2ABC-45BB-86AD-CD651C38652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27272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75145" cy="50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42" tIns="46422" rIns="92842" bIns="46422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</a:defRPr>
            </a:lvl1pPr>
          </a:lstStyle>
          <a:p>
            <a:endParaRPr lang="en-US" altLang="ja-JP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7588" y="1"/>
            <a:ext cx="2975144" cy="50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42" tIns="46422" rIns="92842" bIns="4642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 altLang="ja-JP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3450" y="749300"/>
            <a:ext cx="4999038" cy="3749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950" y="4748130"/>
            <a:ext cx="5492451" cy="4498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42" tIns="46422" rIns="92842" bIns="464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94653"/>
            <a:ext cx="2975145" cy="500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42" tIns="46422" rIns="92842" bIns="46422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</a:defRPr>
            </a:lvl1pPr>
          </a:lstStyle>
          <a:p>
            <a:endParaRPr lang="en-US" altLang="ja-JP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7588" y="9494653"/>
            <a:ext cx="2975144" cy="500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42" tIns="46422" rIns="92842" bIns="4642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6CEB0035-A28B-4582-95C1-F76F12C4421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2927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1pPr>
            <a:lvl2pPr marL="753944" indent="-288411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2pPr>
            <a:lvl3pPr marL="1164617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3pPr>
            <a:lvl4pPr marL="1631716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4pPr>
            <a:lvl5pPr marL="2098815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5pPr>
            <a:lvl6pPr marL="2550241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6pPr>
            <a:lvl7pPr marL="3001667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7pPr>
            <a:lvl8pPr marL="3453095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8pPr>
            <a:lvl9pPr marL="3904519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E273718F-0816-44B0-B1BB-2CE968029AA0}" type="slidenum">
              <a:rPr lang="en-US" altLang="ja-JP" sz="800">
                <a:ea typeface="ＭＳ Ｐゴシック" charset="-128"/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ja-JP" sz="800">
              <a:ea typeface="ＭＳ Ｐゴシック" charset="-128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6313" y="758825"/>
            <a:ext cx="5062537" cy="3797300"/>
          </a:xfrm>
          <a:solidFill>
            <a:srgbClr val="FFFFFF"/>
          </a:solidFill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360" y="4810473"/>
            <a:ext cx="5590681" cy="455753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3421" tIns="46712" rIns="93421" bIns="46712"/>
          <a:lstStyle/>
          <a:p>
            <a:pPr eaLnBrk="1" hangingPunct="1"/>
            <a:endParaRPr lang="ja-JP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4783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1pPr>
            <a:lvl2pPr marL="753944" indent="-288411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2pPr>
            <a:lvl3pPr marL="1164617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3pPr>
            <a:lvl4pPr marL="1631716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4pPr>
            <a:lvl5pPr marL="2098815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5pPr>
            <a:lvl6pPr marL="2550241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6pPr>
            <a:lvl7pPr marL="3001667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7pPr>
            <a:lvl8pPr marL="3453095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8pPr>
            <a:lvl9pPr marL="3904519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E273718F-0816-44B0-B1BB-2CE968029AA0}" type="slidenum">
              <a:rPr lang="en-US" altLang="ja-JP" sz="800">
                <a:ea typeface="ＭＳ Ｐゴシック" charset="-128"/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ja-JP" sz="800">
              <a:ea typeface="ＭＳ Ｐゴシック" charset="-128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6313" y="758825"/>
            <a:ext cx="5062537" cy="3797300"/>
          </a:xfrm>
          <a:solidFill>
            <a:srgbClr val="FFFFFF"/>
          </a:solidFill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360" y="4810473"/>
            <a:ext cx="5590681" cy="455753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3421" tIns="46712" rIns="93421" bIns="46712"/>
          <a:lstStyle/>
          <a:p>
            <a:pPr eaLnBrk="1" hangingPunct="1"/>
            <a:endParaRPr lang="ja-JP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5385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1pPr>
            <a:lvl2pPr marL="753944" indent="-288411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2pPr>
            <a:lvl3pPr marL="1164617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3pPr>
            <a:lvl4pPr marL="1631716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4pPr>
            <a:lvl5pPr marL="2098815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5pPr>
            <a:lvl6pPr marL="2550241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6pPr>
            <a:lvl7pPr marL="3001667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7pPr>
            <a:lvl8pPr marL="3453095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8pPr>
            <a:lvl9pPr marL="3904519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E273718F-0816-44B0-B1BB-2CE968029AA0}" type="slidenum">
              <a:rPr lang="en-US" altLang="ja-JP" sz="800">
                <a:ea typeface="ＭＳ Ｐゴシック" charset="-128"/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ja-JP" sz="800">
              <a:ea typeface="ＭＳ Ｐゴシック" charset="-128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6313" y="758825"/>
            <a:ext cx="5062537" cy="3797300"/>
          </a:xfrm>
          <a:solidFill>
            <a:srgbClr val="FFFFFF"/>
          </a:solidFill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360" y="4810473"/>
            <a:ext cx="5590681" cy="455753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3421" tIns="46712" rIns="93421" bIns="46712"/>
          <a:lstStyle/>
          <a:p>
            <a:pPr eaLnBrk="1" hangingPunct="1"/>
            <a:endParaRPr lang="ja-JP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5178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1pPr>
            <a:lvl2pPr marL="753944" indent="-288411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2pPr>
            <a:lvl3pPr marL="1164617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3pPr>
            <a:lvl4pPr marL="1631716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4pPr>
            <a:lvl5pPr marL="2098815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5pPr>
            <a:lvl6pPr marL="2550241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6pPr>
            <a:lvl7pPr marL="3001667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7pPr>
            <a:lvl8pPr marL="3453095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8pPr>
            <a:lvl9pPr marL="3904519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E273718F-0816-44B0-B1BB-2CE968029AA0}" type="slidenum">
              <a:rPr lang="en-US" altLang="ja-JP" sz="800">
                <a:ea typeface="ＭＳ Ｐゴシック" charset="-128"/>
              </a:rPr>
              <a:pPr eaLnBrk="1" hangingPunct="1">
                <a:spcBef>
                  <a:spcPct val="0"/>
                </a:spcBef>
              </a:pPr>
              <a:t>4</a:t>
            </a:fld>
            <a:endParaRPr lang="en-US" altLang="ja-JP" sz="800">
              <a:ea typeface="ＭＳ Ｐゴシック" charset="-128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6313" y="758825"/>
            <a:ext cx="5062537" cy="3797300"/>
          </a:xfrm>
          <a:solidFill>
            <a:srgbClr val="FFFFFF"/>
          </a:solidFill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360" y="4810473"/>
            <a:ext cx="5590681" cy="455753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3421" tIns="46712" rIns="93421" bIns="46712"/>
          <a:lstStyle/>
          <a:p>
            <a:pPr eaLnBrk="1" hangingPunct="1"/>
            <a:endParaRPr lang="ja-JP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7784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9CAC-CB37-3B3E-8095-78732B11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D31CB5B-A6DD-EE79-0AC9-3EC580AB4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1pPr>
            <a:lvl2pPr marL="753944" indent="-288411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2pPr>
            <a:lvl3pPr marL="1164617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3pPr>
            <a:lvl4pPr marL="1631716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4pPr>
            <a:lvl5pPr marL="2098815" indent="-228846" defTabSz="63638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5pPr>
            <a:lvl6pPr marL="2550241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6pPr>
            <a:lvl7pPr marL="3001667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7pPr>
            <a:lvl8pPr marL="3453095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8pPr>
            <a:lvl9pPr marL="3904519" indent="-228846" defTabSz="63638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ＭＳ Ｐ明朝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E273718F-0816-44B0-B1BB-2CE968029AA0}" type="slidenum">
              <a:rPr lang="en-US" altLang="ja-JP" sz="800">
                <a:ea typeface="ＭＳ Ｐゴシック" charset="-128"/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ja-JP" sz="800">
              <a:ea typeface="ＭＳ Ｐゴシック" charset="-128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E8DC986-F7B6-AFC9-B2CE-D8F89A94E6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6313" y="758825"/>
            <a:ext cx="5062537" cy="3797300"/>
          </a:xfrm>
          <a:solidFill>
            <a:srgbClr val="FFFFFF"/>
          </a:solidFill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11AD7D85-55B7-C8A8-81A3-92B847337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2360" y="4810473"/>
            <a:ext cx="5590681" cy="455753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3421" tIns="46712" rIns="93421" bIns="46712"/>
          <a:lstStyle/>
          <a:p>
            <a:pPr eaLnBrk="1" hangingPunct="1"/>
            <a:endParaRPr lang="ja-JP" altLang="ja-JP" sz="1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7544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0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32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36000" y="6624000"/>
            <a:ext cx="9069388" cy="17462"/>
          </a:xfrm>
          <a:prstGeom prst="rect">
            <a:avLst/>
          </a:prstGeom>
          <a:solidFill>
            <a:srgbClr val="FB200F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ja-JP" dirty="0"/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0" y="6678000"/>
            <a:ext cx="1038283" cy="153883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23425" y="54000"/>
            <a:ext cx="1571656" cy="573237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30D65FF3-133C-43CB-867D-2C0BCF16D5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324" y="6605665"/>
            <a:ext cx="4181717" cy="261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215" tIns="45620" rIns="91215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ja-JP" sz="1400" b="1" dirty="0">
                <a:latin typeface="Meiryo UI" panose="020B0604030504040204" pitchFamily="34" charset="-128"/>
                <a:ea typeface="Meiryo UI" panose="020B0604030504040204" pitchFamily="34" charset="-128"/>
                <a:cs typeface="Arial Unicode MS" panose="020B0604020202020204" pitchFamily="50" charset="-127"/>
              </a:rPr>
              <a:t>JTEKT THERMO SYSTEMS KOREA CO.,LTD.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6894892" y="6670857"/>
            <a:ext cx="1620000" cy="153888"/>
          </a:xfrm>
          <a:prstGeom prst="rect">
            <a:avLst/>
          </a:prstGeom>
          <a:ln w="28575" cap="sq">
            <a:solidFill>
              <a:srgbClr val="FF0000"/>
            </a:solidFill>
            <a:miter lim="800000"/>
          </a:ln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lang="ko-KR" altLang="en-US" sz="1000" b="1" spc="300" dirty="0">
                <a:solidFill>
                  <a:srgbClr val="FF0000"/>
                </a:solidFill>
                <a:latin typeface="+mn-ea"/>
                <a:ea typeface="+mn-ea"/>
              </a:rPr>
              <a:t>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107504" y="865590"/>
            <a:ext cx="1239790" cy="380480"/>
          </a:xfrm>
          <a:prstGeom prst="rect">
            <a:avLst/>
          </a:prstGeom>
          <a:solidFill>
            <a:schemeClr val="bg1"/>
          </a:solidFill>
          <a:ln w="254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6000" rIns="144000" bIns="36000" rtlCol="0" anchor="ctr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사 외 비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180000"/>
            <a:ext cx="1162050" cy="29315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sz="1000" b="0" dirty="0">
                <a:latin typeface="+mj-ea"/>
                <a:ea typeface="+mj-ea"/>
              </a:rPr>
              <a:t>[</a:t>
            </a:r>
            <a:r>
              <a:rPr lang="ko-KR" altLang="en-US" sz="1000" b="0" dirty="0">
                <a:latin typeface="+mj-ea"/>
                <a:ea typeface="+mj-ea"/>
              </a:rPr>
              <a:t>별첨</a:t>
            </a:r>
            <a:r>
              <a:rPr lang="en-US" altLang="ko-KR" sz="1000" b="0" dirty="0">
                <a:latin typeface="+mj-ea"/>
                <a:ea typeface="+mj-ea"/>
              </a:rPr>
              <a:t>3]</a:t>
            </a: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DBD7DC30-552F-46EA-8333-E786AA9BF06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000" y="685800"/>
            <a:ext cx="1512000" cy="71438"/>
          </a:xfrm>
          <a:prstGeom prst="rect">
            <a:avLst/>
          </a:prstGeom>
          <a:solidFill>
            <a:srgbClr val="FB200F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ja-JP" dirty="0"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D9975957-16E5-4306-9D10-59EABBC4D01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66000" y="685800"/>
            <a:ext cx="7560000" cy="7302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tint val="18039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ja-JP" altLang="en-US" dirty="0">
              <a:ea typeface="ＭＳ Ｐゴシック" pitchFamily="50" charset="-128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15FCF3A4-7401-4196-91E4-2E5C86ED4D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86705941"/>
              </p:ext>
            </p:extLst>
          </p:nvPr>
        </p:nvGraphicFramePr>
        <p:xfrm>
          <a:off x="6480000" y="864000"/>
          <a:ext cx="2484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+mj-lt"/>
                        </a:rPr>
                        <a:t>작성자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j-lt"/>
                        </a:rPr>
                        <a:t>확인자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+mj-lt"/>
                        </a:rPr>
                        <a:t>승인자</a:t>
                      </a:r>
                      <a:endParaRPr lang="ko-KR" altLang="en-US" sz="10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02568E1-9DAD-486E-82F8-402A1DAFA7C3}"/>
              </a:ext>
            </a:extLst>
          </p:cNvPr>
          <p:cNvSpPr txBox="1"/>
          <p:nvPr userDrawn="1"/>
        </p:nvSpPr>
        <p:spPr bwMode="auto">
          <a:xfrm>
            <a:off x="3420000" y="3420000"/>
            <a:ext cx="2520000" cy="4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 anchor="ctr">
            <a:no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dirty="0">
                <a:latin typeface="+mj-ea"/>
                <a:ea typeface="+mj-ea"/>
              </a:rPr>
              <a:t>해석 결과 보고서</a:t>
            </a:r>
            <a:endParaRPr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4536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alibri" pitchFamily="34" charset="0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alibri" pitchFamily="34" charset="0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alibri" pitchFamily="34" charset="0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alibri" pitchFamily="34" charset="0"/>
          <a:ea typeface="ＭＳ Ｐゴシック" pitchFamily="5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36000" y="685800"/>
            <a:ext cx="1512000" cy="71438"/>
          </a:xfrm>
          <a:prstGeom prst="rect">
            <a:avLst/>
          </a:prstGeom>
          <a:solidFill>
            <a:srgbClr val="FB200F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ja-JP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566000" y="685800"/>
            <a:ext cx="7560000" cy="7302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tint val="18039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ja-JP" altLang="en-US" dirty="0">
              <a:ea typeface="ＭＳ Ｐゴシック" pitchFamily="50" charset="-128"/>
            </a:endParaRPr>
          </a:p>
        </p:txBody>
      </p:sp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36000" y="6624000"/>
            <a:ext cx="9069388" cy="17462"/>
          </a:xfrm>
          <a:prstGeom prst="rect">
            <a:avLst/>
          </a:prstGeom>
          <a:solidFill>
            <a:srgbClr val="FB200F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ja-JP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2000" y="54000"/>
            <a:ext cx="6480000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972000"/>
            <a:ext cx="85344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000" y="6678000"/>
            <a:ext cx="1038283" cy="153883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24000" y="54000"/>
            <a:ext cx="1571656" cy="573237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30D65FF3-133C-43CB-867D-2C0BCF16D5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324" y="6605665"/>
            <a:ext cx="4181717" cy="261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215" tIns="45620" rIns="91215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ja-JP" sz="1400" b="1" dirty="0">
                <a:latin typeface="Meiryo UI" panose="020B0604030504040204" pitchFamily="34" charset="-128"/>
                <a:ea typeface="Meiryo UI" panose="020B0604030504040204" pitchFamily="34" charset="-128"/>
                <a:cs typeface="Arial Unicode MS" panose="020B0604020202020204" pitchFamily="50" charset="-127"/>
              </a:rPr>
              <a:t>JTEKT THERMO SYSTEMS KOREA CO.,LTD.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6894892" y="6670857"/>
            <a:ext cx="1620000" cy="153888"/>
          </a:xfrm>
          <a:prstGeom prst="rect">
            <a:avLst/>
          </a:prstGeom>
          <a:ln w="28575" cap="sq">
            <a:solidFill>
              <a:srgbClr val="FF0000"/>
            </a:solidFill>
            <a:miter lim="800000"/>
          </a:ln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lang="ko-KR" altLang="en-US" sz="1000" b="1" spc="300" dirty="0">
                <a:solidFill>
                  <a:srgbClr val="FF0000"/>
                </a:solidFill>
                <a:latin typeface="+mn-ea"/>
                <a:ea typeface="+mn-ea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0529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alibri" pitchFamily="34" charset="0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alibri" pitchFamily="34" charset="0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alibri" pitchFamily="34" charset="0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alibri" pitchFamily="34" charset="0"/>
          <a:ea typeface="ＭＳ Ｐゴシック" pitchFamily="5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613242"/>
              </p:ext>
            </p:extLst>
          </p:nvPr>
        </p:nvGraphicFramePr>
        <p:xfrm>
          <a:off x="2520000" y="4320000"/>
          <a:ext cx="4320000" cy="1872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4037675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95423627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소 속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기술부 해석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해석 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65718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수행 기간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담당자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itle_Box">
            <a:extLst>
              <a:ext uri="{FF2B5EF4-FFF2-40B4-BE49-F238E27FC236}">
                <a16:creationId xmlns:a16="http://schemas.microsoft.com/office/drawing/2014/main" id="{5423FD48-63AC-49D4-90C4-1276E4BE1F58}"/>
              </a:ext>
            </a:extLst>
          </p:cNvPr>
          <p:cNvSpPr/>
          <p:nvPr/>
        </p:nvSpPr>
        <p:spPr>
          <a:xfrm>
            <a:off x="1260000" y="2340000"/>
            <a:ext cx="684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3000" dirty="0">
                <a:latin typeface="+mj-ea"/>
                <a:ea typeface="+mj-ea"/>
              </a:rPr>
              <a:t>보고서 제목 </a:t>
            </a:r>
            <a:endParaRPr lang="en-US" altLang="ko-KR" sz="3000" dirty="0">
              <a:latin typeface="+mj-ea"/>
              <a:ea typeface="+mj-ea"/>
            </a:endParaRPr>
          </a:p>
        </p:txBody>
      </p:sp>
      <p:sp>
        <p:nvSpPr>
          <p:cNvPr id="9" name="Page">
            <a:extLst>
              <a:ext uri="{FF2B5EF4-FFF2-40B4-BE49-F238E27FC236}">
                <a16:creationId xmlns:a16="http://schemas.microsoft.com/office/drawing/2014/main" id="{EE429F07-D635-4D30-B0FD-FA361441FF48}"/>
              </a:ext>
            </a:extLst>
          </p:cNvPr>
          <p:cNvSpPr txBox="1">
            <a:spLocks/>
          </p:cNvSpPr>
          <p:nvPr/>
        </p:nvSpPr>
        <p:spPr bwMode="auto">
          <a:xfrm>
            <a:off x="8460000" y="6660000"/>
            <a:ext cx="54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rtl="0" eaLnBrk="0" fontAlgn="base" hangingPunct="0">
              <a:spcBef>
                <a:spcPct val="50000"/>
              </a:spcBef>
              <a:spcAft>
                <a:spcPct val="0"/>
              </a:spcAft>
              <a:defRPr kumimoji="1" sz="1300" b="1" kern="1200">
                <a:solidFill>
                  <a:schemeClr val="tx1"/>
                </a:solidFill>
                <a:latin typeface="+mn-ea"/>
                <a:ea typeface="ＭＳ Ｐゴシック" pitchFamily="50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9pPr>
          </a:lstStyle>
          <a:p>
            <a:pPr>
              <a:defRPr/>
            </a:pPr>
            <a:fld id="{D650FBEF-8BB1-4210-867F-E422D5563B83}" type="slidenum">
              <a:rPr lang="en-US" altLang="ja-JP" smtClean="0"/>
              <a:pPr>
                <a:defRPr/>
              </a:pPr>
              <a:t>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0500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 bwMode="auto">
          <a:xfrm>
            <a:off x="109728" y="73152"/>
            <a:ext cx="8503920" cy="53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000" bIns="54000" rtlCol="0" anchor="ctr">
            <a:normAutofit/>
          </a:bodyPr>
          <a:lstStyle/>
          <a:p>
            <a:pPr algn="l"/>
            <a:r>
              <a:rPr lang="ko-KR" altLang="en-US" sz="2000" b="1" dirty="0">
                <a:latin typeface="+mj-ea"/>
                <a:ea typeface="+mj-ea"/>
              </a:rPr>
              <a:t>해석 개요 | Summary of Analysis</a:t>
            </a:r>
            <a:endParaRPr lang="ko-KR" altLang="en-US" sz="2000" dirty="0">
              <a:latin typeface="+mj-ea"/>
              <a:ea typeface="+mj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66929"/>
              </p:ext>
            </p:extLst>
          </p:nvPr>
        </p:nvGraphicFramePr>
        <p:xfrm>
          <a:off x="241300" y="1016002"/>
          <a:ext cx="8683700" cy="540055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68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</a:t>
                      </a:r>
                      <a:r>
                        <a:rPr lang="ko-KR" altLang="en-US" sz="1100" b="1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안건명</a:t>
                      </a:r>
                      <a:r>
                        <a:rPr lang="ko-KR" altLang="en-US" sz="1100" b="1" u="none" strike="noStrike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|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9525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</a:t>
                      </a:r>
                      <a:r>
                        <a:rPr lang="ko-KR" altLang="en-US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배경 </a:t>
                      </a:r>
                      <a:r>
                        <a:rPr lang="en-US" altLang="ko-KR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|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9525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</a:t>
                      </a:r>
                      <a:r>
                        <a:rPr lang="ko-KR" altLang="en-US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</a:t>
                      </a:r>
                      <a:r>
                        <a:rPr lang="en-US" altLang="ko-KR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|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9525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 </a:t>
                      </a:r>
                      <a:r>
                        <a:rPr lang="ko-KR" altLang="en-US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결론 </a:t>
                      </a:r>
                      <a:r>
                        <a:rPr lang="en-US" altLang="ko-KR" sz="11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|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9525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pPr marL="0" indent="0" fontAlgn="base">
                        <a:buFontTx/>
                        <a:buNone/>
                      </a:pPr>
                      <a:endParaRPr kumimoji="1"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Page">
            <a:extLst>
              <a:ext uri="{FF2B5EF4-FFF2-40B4-BE49-F238E27FC236}">
                <a16:creationId xmlns:a16="http://schemas.microsoft.com/office/drawing/2014/main" id="{2A99CFD1-BA06-4240-91A5-4462B5866728}"/>
              </a:ext>
            </a:extLst>
          </p:cNvPr>
          <p:cNvSpPr txBox="1">
            <a:spLocks/>
          </p:cNvSpPr>
          <p:nvPr/>
        </p:nvSpPr>
        <p:spPr bwMode="auto">
          <a:xfrm>
            <a:off x="8460000" y="6660000"/>
            <a:ext cx="54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rtl="0" eaLnBrk="0" fontAlgn="base" hangingPunct="0">
              <a:spcBef>
                <a:spcPct val="50000"/>
              </a:spcBef>
              <a:spcAft>
                <a:spcPct val="0"/>
              </a:spcAft>
              <a:defRPr kumimoji="1" sz="1300" b="1" kern="1200">
                <a:solidFill>
                  <a:schemeClr val="tx1"/>
                </a:solidFill>
                <a:latin typeface="+mn-ea"/>
                <a:ea typeface="ＭＳ Ｐゴシック" pitchFamily="50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9pPr>
          </a:lstStyle>
          <a:p>
            <a:pPr>
              <a:defRPr/>
            </a:pPr>
            <a:fld id="{D650FBEF-8BB1-4210-867F-E422D5563B83}" type="slidenum">
              <a:rPr lang="en-US" altLang="ja-JP" smtClean="0"/>
              <a:pPr>
                <a:defRPr/>
              </a:pPr>
              <a:t>2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2338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1443" y="890612"/>
            <a:ext cx="6407150" cy="2936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eaLnBrk="1" latinLnBrk="1" hangingPunct="1">
              <a:lnSpc>
                <a:spcPct val="150000"/>
              </a:lnSpc>
              <a:defRPr/>
            </a:pPr>
            <a:r>
              <a:rPr lang="en-US" altLang="ko-KR" sz="1000" b="1" dirty="0">
                <a:latin typeface="+mj-ea"/>
                <a:ea typeface="+mj-ea"/>
              </a:rPr>
              <a:t>▶ </a:t>
            </a:r>
            <a:r>
              <a:rPr lang="ko-KR" altLang="en-US" sz="1000" b="1" dirty="0">
                <a:latin typeface="+mj-ea"/>
                <a:ea typeface="+mj-ea"/>
              </a:rPr>
              <a:t>설계 모델 및 </a:t>
            </a:r>
            <a:r>
              <a:rPr lang="en-US" altLang="ko-KR" sz="1000" b="1" dirty="0">
                <a:latin typeface="+mj-ea"/>
                <a:ea typeface="+mj-ea"/>
              </a:rPr>
              <a:t>FE </a:t>
            </a:r>
            <a:r>
              <a:rPr lang="ko-KR" altLang="en-US" sz="1000" b="1" dirty="0">
                <a:latin typeface="+mj-ea"/>
                <a:ea typeface="+mj-ea"/>
              </a:rPr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05" y="1335112"/>
            <a:ext cx="6407150" cy="2936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eaLnBrk="1" latinLnBrk="1" hangingPunct="1">
              <a:lnSpc>
                <a:spcPct val="150000"/>
              </a:lnSpc>
              <a:defRPr/>
            </a:pPr>
            <a:r>
              <a:rPr lang="en-US" altLang="ko-KR" sz="1000" b="1" dirty="0">
                <a:latin typeface="+mj-ea"/>
                <a:ea typeface="+mj-ea"/>
              </a:rPr>
              <a:t>▶ </a:t>
            </a:r>
            <a:r>
              <a:rPr lang="ko-KR" altLang="en-US" sz="1000" b="1" dirty="0">
                <a:latin typeface="+mj-ea"/>
                <a:ea typeface="+mj-ea"/>
              </a:rPr>
              <a:t>해석 경계 및 재질 조건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B32DAC-162B-4CDA-9DF5-D7522A4A5893}"/>
              </a:ext>
            </a:extLst>
          </p:cNvPr>
          <p:cNvSpPr txBox="1"/>
          <p:nvPr/>
        </p:nvSpPr>
        <p:spPr bwMode="auto">
          <a:xfrm>
            <a:off x="109728" y="73152"/>
            <a:ext cx="8503920" cy="53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000" bIns="54000" rtlCol="0" anchor="ctr">
            <a:normAutofit/>
          </a:bodyPr>
          <a:lstStyle/>
          <a:p>
            <a:pPr algn="l"/>
            <a:r>
              <a:rPr lang="ko-KR" altLang="en-US" sz="2000" b="1" dirty="0">
                <a:latin typeface="+mj-ea"/>
                <a:ea typeface="+mj-ea"/>
              </a:rPr>
              <a:t>해석 수행 내용 및 성과 | 해석 모델 및 조건 (1/1)</a:t>
            </a:r>
          </a:p>
        </p:txBody>
      </p:sp>
      <p:sp>
        <p:nvSpPr>
          <p:cNvPr id="9" name="Page">
            <a:extLst>
              <a:ext uri="{FF2B5EF4-FFF2-40B4-BE49-F238E27FC236}">
                <a16:creationId xmlns:a16="http://schemas.microsoft.com/office/drawing/2014/main" id="{19C56417-0197-4770-BABF-907F8AA9DF7D}"/>
              </a:ext>
            </a:extLst>
          </p:cNvPr>
          <p:cNvSpPr txBox="1">
            <a:spLocks/>
          </p:cNvSpPr>
          <p:nvPr/>
        </p:nvSpPr>
        <p:spPr bwMode="auto">
          <a:xfrm>
            <a:off x="8460000" y="6660000"/>
            <a:ext cx="54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rtl="0" eaLnBrk="0" fontAlgn="base" hangingPunct="0">
              <a:spcBef>
                <a:spcPct val="50000"/>
              </a:spcBef>
              <a:spcAft>
                <a:spcPct val="0"/>
              </a:spcAft>
              <a:defRPr kumimoji="1" sz="1300" b="1" kern="1200">
                <a:solidFill>
                  <a:schemeClr val="tx1"/>
                </a:solidFill>
                <a:latin typeface="+mn-ea"/>
                <a:ea typeface="ＭＳ Ｐゴシック" pitchFamily="50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9pPr>
          </a:lstStyle>
          <a:p>
            <a:pPr>
              <a:defRPr/>
            </a:pPr>
            <a:fld id="{D650FBEF-8BB1-4210-867F-E422D5563B83}" type="slidenum">
              <a:rPr lang="en-US" altLang="ja-JP" smtClean="0"/>
              <a:pPr>
                <a:defRPr/>
              </a:pPr>
              <a:t>3</a:t>
            </a:fld>
            <a:endParaRPr lang="en-US" altLang="ja-JP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7EA59AF-7B75-CB80-2387-217905BD7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796776"/>
              </p:ext>
            </p:extLst>
          </p:nvPr>
        </p:nvGraphicFramePr>
        <p:xfrm>
          <a:off x="395536" y="1928108"/>
          <a:ext cx="2700000" cy="1512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5486173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8280591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7819667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2739704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Glass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크기</a:t>
                      </a: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Glass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두께</a:t>
                      </a: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28400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Case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8.6G Half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0.4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65656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맑은 고딕" panose="020B0503020000020004" pitchFamily="50" charset="-127"/>
                          <a:cs typeface="+mn-cs"/>
                        </a:rPr>
                        <a:t>Case 2</a:t>
                      </a:r>
                      <a:endParaRPr kumimoji="1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맑은 고딕" panose="020B0503020000020004" pitchFamily="50" charset="-127"/>
                          <a:cs typeface="+mn-cs"/>
                        </a:rPr>
                        <a:t>0.5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11876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맑은 고딕" panose="020B0503020000020004" pitchFamily="50" charset="-127"/>
                          <a:cs typeface="+mn-cs"/>
                        </a:rPr>
                        <a:t>Case 3</a:t>
                      </a:r>
                      <a:endParaRPr kumimoji="1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맑은 고딕" panose="020B0503020000020004" pitchFamily="50" charset="-127"/>
                          <a:cs typeface="+mn-cs"/>
                        </a:rPr>
                        <a:t>0.6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31238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맑은 고딕" panose="020B0503020000020004" pitchFamily="50" charset="-127"/>
                          <a:cs typeface="+mn-cs"/>
                        </a:rPr>
                        <a:t>Case 4</a:t>
                      </a:r>
                      <a:endParaRPr kumimoji="1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맑은 고딕" panose="020B0503020000020004" pitchFamily="50" charset="-127"/>
                          <a:cs typeface="+mn-cs"/>
                        </a:rPr>
                        <a:t>0.7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729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10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A95A40-AC80-44D0-B41D-91D528900E19}"/>
              </a:ext>
            </a:extLst>
          </p:cNvPr>
          <p:cNvSpPr txBox="1"/>
          <p:nvPr/>
        </p:nvSpPr>
        <p:spPr bwMode="auto">
          <a:xfrm>
            <a:off x="109728" y="73152"/>
            <a:ext cx="8503920" cy="53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000" bIns="54000" rtlCol="0" anchor="ctr">
            <a:normAutofit/>
          </a:bodyPr>
          <a:lstStyle/>
          <a:p>
            <a:pPr algn="l"/>
            <a:r>
              <a:rPr lang="ko-KR" altLang="en-US" sz="2000" b="1" dirty="0">
                <a:latin typeface="+mj-ea"/>
                <a:ea typeface="+mj-ea"/>
              </a:rPr>
              <a:t>해석 수행 내용 및 성과 | 해석 결과</a:t>
            </a:r>
          </a:p>
        </p:txBody>
      </p:sp>
      <p:sp>
        <p:nvSpPr>
          <p:cNvPr id="7" name="Page">
            <a:extLst>
              <a:ext uri="{FF2B5EF4-FFF2-40B4-BE49-F238E27FC236}">
                <a16:creationId xmlns:a16="http://schemas.microsoft.com/office/drawing/2014/main" id="{F7C58C41-A5CE-41E9-977A-F94878E0D440}"/>
              </a:ext>
            </a:extLst>
          </p:cNvPr>
          <p:cNvSpPr txBox="1">
            <a:spLocks/>
          </p:cNvSpPr>
          <p:nvPr/>
        </p:nvSpPr>
        <p:spPr bwMode="auto">
          <a:xfrm>
            <a:off x="8460000" y="6660000"/>
            <a:ext cx="54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rtl="0" eaLnBrk="0" fontAlgn="base" hangingPunct="0">
              <a:spcBef>
                <a:spcPct val="50000"/>
              </a:spcBef>
              <a:spcAft>
                <a:spcPct val="0"/>
              </a:spcAft>
              <a:defRPr kumimoji="1" sz="1300" b="1" kern="1200">
                <a:solidFill>
                  <a:schemeClr val="tx1"/>
                </a:solidFill>
                <a:latin typeface="+mn-ea"/>
                <a:ea typeface="ＭＳ Ｐゴシック" pitchFamily="50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9pPr>
          </a:lstStyle>
          <a:p>
            <a:pPr>
              <a:defRPr/>
            </a:pPr>
            <a:fld id="{D650FBEF-8BB1-4210-867F-E422D5563B83}" type="slidenum">
              <a:rPr lang="en-US" altLang="ja-JP" smtClean="0"/>
              <a:pPr>
                <a:defRPr/>
              </a:pPr>
              <a:t>4</a:t>
            </a:fld>
            <a:endParaRPr lang="en-US" altLang="ja-JP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26FCDF5-959B-9A33-DD2E-AECC52E1D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814272"/>
              </p:ext>
            </p:extLst>
          </p:nvPr>
        </p:nvGraphicFramePr>
        <p:xfrm>
          <a:off x="0" y="-2132"/>
          <a:ext cx="9144000" cy="696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000">
                  <a:extLst>
                    <a:ext uri="{9D8B030D-6E8A-4147-A177-3AD203B41FA5}">
                      <a16:colId xmlns:a16="http://schemas.microsoft.com/office/drawing/2014/main" val="419422232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6843282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2397499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363310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3971070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1358896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4751350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7267213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9673666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2518904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9672467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0471398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3535399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982048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5415142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7141088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217909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159036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0045173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536807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988207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147601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40882427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508776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1064046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5220077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5330612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737449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3443011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6766636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45569693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6872233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6846296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5911008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3412616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01585924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6373373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47418214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83240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5983874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3677889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41325246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986975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6544746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357938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07945095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3383639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9639534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4911188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7386792"/>
                    </a:ext>
                  </a:extLst>
                </a:gridCol>
                <a:gridCol w="162000">
                  <a:extLst>
                    <a:ext uri="{9D8B030D-6E8A-4147-A177-3AD203B41FA5}">
                      <a16:colId xmlns:a16="http://schemas.microsoft.com/office/drawing/2014/main" val="1781781471"/>
                    </a:ext>
                  </a:extLst>
                </a:gridCol>
              </a:tblGrid>
              <a:tr h="576000">
                <a:tc gridSpan="5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068362"/>
                  </a:ext>
                </a:extLst>
              </a:tr>
              <a:tr h="288000">
                <a:tc gridSpan="5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412049"/>
                  </a:ext>
                </a:extLst>
              </a:tr>
              <a:tr h="288000">
                <a:tc rowSpan="2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9">
                  <a:txBody>
                    <a:bodyPr/>
                    <a:lstStyle/>
                    <a:p>
                      <a:pPr algn="l"/>
                      <a:r>
                        <a:rPr lang="en-US" altLang="ko-KR" sz="1200" b="1" dirty="0"/>
                        <a:t>▶ [CASE_TITLE]</a:t>
                      </a:r>
                      <a:endParaRPr lang="ko-KR" altLang="en-US" sz="1200" dirty="0"/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dirty="0">
                        <a:latin typeface="+mn-lt"/>
                        <a:ea typeface="+mn-ea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>
                        <a:latin typeface="+mn-lt"/>
                        <a:ea typeface="+mn-ea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>
                        <a:latin typeface="+mn-lt"/>
                        <a:ea typeface="+mn-ea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latin typeface="+mn-lt"/>
                        <a:ea typeface="+mn-ea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359930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Rack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처짐</a:t>
                      </a: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Glass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처짐</a:t>
                      </a: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312788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gridSpan="24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gridSpan="24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0"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511024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964916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33915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462155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899526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36896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788452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829612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26346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802827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993801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337258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783439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081893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159393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63575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505025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990361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351826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242471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(-) 3.29 mm ~ (+) 0.0176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(-) 2.1 mm ~ (+) 0.0113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792559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036612"/>
                  </a:ext>
                </a:extLst>
              </a:tr>
              <a:tr h="324000">
                <a:tc gridSpan="5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6378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BC1711A-E47F-8809-DA15-6C7E83D7B4C1}"/>
              </a:ext>
            </a:extLst>
          </p:cNvPr>
          <p:cNvSpPr txBox="1"/>
          <p:nvPr/>
        </p:nvSpPr>
        <p:spPr bwMode="auto">
          <a:xfrm>
            <a:off x="2425202" y="2128628"/>
            <a:ext cx="1800000" cy="324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[RACK_MODEL]</a:t>
            </a:r>
            <a:endParaRPr lang="ko-KR" altLang="en-US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C50BD8-8104-EB64-8447-8D8E0ACACC19}"/>
              </a:ext>
            </a:extLst>
          </p:cNvPr>
          <p:cNvSpPr txBox="1"/>
          <p:nvPr/>
        </p:nvSpPr>
        <p:spPr bwMode="auto">
          <a:xfrm>
            <a:off x="501581" y="2561571"/>
            <a:ext cx="1440000" cy="21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altLang="ko-KR" b="0" dirty="0"/>
              <a:t>[RACK_LEGEND]</a:t>
            </a:r>
            <a:endParaRPr lang="ko-KR" altLang="ko-KR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55077B-FCF5-ACE6-FE99-F0F89A9E0400}"/>
              </a:ext>
            </a:extLst>
          </p:cNvPr>
          <p:cNvSpPr txBox="1"/>
          <p:nvPr/>
        </p:nvSpPr>
        <p:spPr bwMode="auto">
          <a:xfrm>
            <a:off x="6887059" y="2128628"/>
            <a:ext cx="1800000" cy="324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[GLASS_MODEL]</a:t>
            </a:r>
            <a:endParaRPr lang="ko-KR" altLang="en-US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13160-0E70-099D-9286-0C1311FEF4BD}"/>
              </a:ext>
            </a:extLst>
          </p:cNvPr>
          <p:cNvSpPr txBox="1"/>
          <p:nvPr/>
        </p:nvSpPr>
        <p:spPr bwMode="auto">
          <a:xfrm>
            <a:off x="4788024" y="2561571"/>
            <a:ext cx="1440000" cy="216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ko-KR" altLang="ko-KR" b="0" dirty="0"/>
              <a:t>[GLASS_LEGEND]</a:t>
            </a:r>
          </a:p>
        </p:txBody>
      </p:sp>
    </p:spTree>
    <p:extLst>
      <p:ext uri="{BB962C8B-B14F-4D97-AF65-F5344CB8AC3E}">
        <p14:creationId xmlns:p14="http://schemas.microsoft.com/office/powerpoint/2010/main" val="212660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4E84-AA05-328E-D905-A086000A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AD18BBE-8F70-D091-3929-F8D148F3037B}"/>
              </a:ext>
            </a:extLst>
          </p:cNvPr>
          <p:cNvSpPr txBox="1"/>
          <p:nvPr/>
        </p:nvSpPr>
        <p:spPr bwMode="auto">
          <a:xfrm>
            <a:off x="109728" y="73152"/>
            <a:ext cx="8503920" cy="53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54000" bIns="54000" rtlCol="0" anchor="ctr">
            <a:normAutofit/>
          </a:bodyPr>
          <a:lstStyle/>
          <a:p>
            <a:pPr algn="l"/>
            <a:r>
              <a:rPr lang="ko-KR" altLang="en-US" sz="2000" b="1" dirty="0">
                <a:latin typeface="+mj-ea"/>
                <a:ea typeface="+mj-ea"/>
              </a:rPr>
              <a:t>해석 수행 내용 및 성과 | 해석 결과</a:t>
            </a:r>
          </a:p>
        </p:txBody>
      </p:sp>
      <p:sp>
        <p:nvSpPr>
          <p:cNvPr id="7" name="Page">
            <a:extLst>
              <a:ext uri="{FF2B5EF4-FFF2-40B4-BE49-F238E27FC236}">
                <a16:creationId xmlns:a16="http://schemas.microsoft.com/office/drawing/2014/main" id="{3463B3A4-63A3-B042-CCDD-F1E8FCD86DCC}"/>
              </a:ext>
            </a:extLst>
          </p:cNvPr>
          <p:cNvSpPr txBox="1">
            <a:spLocks/>
          </p:cNvSpPr>
          <p:nvPr/>
        </p:nvSpPr>
        <p:spPr bwMode="auto">
          <a:xfrm>
            <a:off x="8460000" y="6660000"/>
            <a:ext cx="540000" cy="1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rtl="0" eaLnBrk="0" fontAlgn="base" hangingPunct="0">
              <a:spcBef>
                <a:spcPct val="50000"/>
              </a:spcBef>
              <a:spcAft>
                <a:spcPct val="0"/>
              </a:spcAft>
              <a:defRPr kumimoji="1" sz="1300" b="1" kern="1200">
                <a:solidFill>
                  <a:schemeClr val="tx1"/>
                </a:solidFill>
                <a:latin typeface="+mn-ea"/>
                <a:ea typeface="ＭＳ Ｐゴシック" pitchFamily="50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9pPr>
          </a:lstStyle>
          <a:p>
            <a:pPr>
              <a:defRPr/>
            </a:pPr>
            <a:fld id="{D650FBEF-8BB1-4210-867F-E422D5563B83}" type="slidenum">
              <a:rPr lang="en-US" altLang="ja-JP" smtClean="0"/>
              <a:pPr>
                <a:defRPr/>
              </a:pPr>
              <a:t>5</a:t>
            </a:fld>
            <a:endParaRPr lang="en-US" altLang="ja-JP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AD4CF44-159A-0090-DB9A-9605D7F94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819238"/>
              </p:ext>
            </p:extLst>
          </p:nvPr>
        </p:nvGraphicFramePr>
        <p:xfrm>
          <a:off x="0" y="-742"/>
          <a:ext cx="9131244" cy="696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5622">
                  <a:extLst>
                    <a:ext uri="{9D8B030D-6E8A-4147-A177-3AD203B41FA5}">
                      <a16:colId xmlns:a16="http://schemas.microsoft.com/office/drawing/2014/main" val="419422232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6843282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2397499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573697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08414576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49949173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9673666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897321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7332456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31350278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3535399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34568711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9030626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037342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159036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0044866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2753820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7764706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147601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1723129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508776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4758587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3787613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6535307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3332136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1427111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8654750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8497738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0333181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6032564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3106974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98464896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2770849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6373373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9948532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8172714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99634943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7852364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986975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6544746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357938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07945095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590281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7774956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3383639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9639534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4911188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9820924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2833425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03614522"/>
                    </a:ext>
                  </a:extLst>
                </a:gridCol>
                <a:gridCol w="155622">
                  <a:extLst>
                    <a:ext uri="{9D8B030D-6E8A-4147-A177-3AD203B41FA5}">
                      <a16:colId xmlns:a16="http://schemas.microsoft.com/office/drawing/2014/main" val="1781781471"/>
                    </a:ext>
                  </a:extLst>
                </a:gridCol>
              </a:tblGrid>
              <a:tr h="576000">
                <a:tc gridSpan="5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068362"/>
                  </a:ext>
                </a:extLst>
              </a:tr>
              <a:tr h="288000">
                <a:tc gridSpan="5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412049"/>
                  </a:ext>
                </a:extLst>
              </a:tr>
              <a:tr h="288000">
                <a:tc rowSpan="2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9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▶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정리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3599304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312788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96491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3391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46215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899526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306171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75112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36896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788452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829612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993801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60467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337258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081893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159393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63575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505025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990361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351826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242471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792559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036612"/>
                  </a:ext>
                </a:extLst>
              </a:tr>
              <a:tr h="324000">
                <a:tc gridSpan="5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63781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26ABCEE-C66D-F0E9-FB65-E8E5EB0B2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699078"/>
              </p:ext>
            </p:extLst>
          </p:nvPr>
        </p:nvGraphicFramePr>
        <p:xfrm>
          <a:off x="323528" y="1196752"/>
          <a:ext cx="5580000" cy="176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35486173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8280591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78196676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8115721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2739704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Glass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두께</a:t>
                      </a: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변위</a:t>
                      </a: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2840065"/>
                  </a:ext>
                </a:extLst>
              </a:tr>
              <a:tr h="2340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Case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0.4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Rack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(-) 3.29 mm ~ (+) 0.0176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656564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Glass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(-) 3.29 mm ~ (+) 0.0176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823183"/>
                  </a:ext>
                </a:extLst>
              </a:tr>
              <a:tr h="2340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맑은 고딕" panose="020B0503020000020004" pitchFamily="50" charset="-127"/>
                          <a:cs typeface="+mn-cs"/>
                        </a:rPr>
                        <a:t>Case 2</a:t>
                      </a:r>
                      <a:endParaRPr kumimoji="1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맑은 고딕" panose="020B0503020000020004" pitchFamily="50" charset="-127"/>
                          <a:cs typeface="+mn-cs"/>
                        </a:rPr>
                        <a:t>0.5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Rack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(-) 3.29 mm ~ (+) 0.0176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1187613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Glass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(-) 3.29 mm ~ (+) 0.0176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989436"/>
                  </a:ext>
                </a:extLst>
              </a:tr>
              <a:tr h="2340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맑은 고딕" panose="020B0503020000020004" pitchFamily="50" charset="-127"/>
                          <a:cs typeface="+mn-cs"/>
                        </a:rPr>
                        <a:t>Case 3</a:t>
                      </a:r>
                      <a:endParaRPr kumimoji="1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맑은 고딕" panose="020B0503020000020004" pitchFamily="50" charset="-127"/>
                          <a:cs typeface="+mn-cs"/>
                        </a:rPr>
                        <a:t>0.6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Rack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(-) 3.29 mm ~ (+) 0.0176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3123874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Glass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(-) 3.29 mm ~ (+) 0.0176 mm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812" marR="7812" marT="78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79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9779891"/>
      </p:ext>
    </p:extLst>
  </p:cSld>
  <p:clrMapOvr>
    <a:masterClrMapping/>
  </p:clrMapOvr>
</p:sld>
</file>

<file path=ppt/theme/theme1.xml><?xml version="1.0" encoding="utf-8"?>
<a:theme xmlns:a="http://schemas.openxmlformats.org/drawingml/2006/main" name="新ロゴPPTデザイン-202204">
  <a:themeElements>
    <a:clrScheme name="スリップストリーム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ユーザー定義 2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66"/>
        </a:solidFill>
        <a:ln>
          <a:solidFill>
            <a:srgbClr val="FF0000"/>
          </a:solidFill>
        </a:ln>
      </a:spPr>
      <a:bodyPr rtlCol="0" anchor="ctr"/>
      <a:lstStyle>
        <a:defPPr algn="ctr">
          <a:defRPr kumimoji="1" sz="18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square">
        <a:spAutoFit/>
      </a:bodyPr>
      <a:lstStyle>
        <a:defPPr eaLnBrk="1" hangingPunct="1">
          <a:spcBef>
            <a:spcPct val="0"/>
          </a:spcBef>
          <a:buFontTx/>
          <a:buNone/>
          <a:defRPr sz="2000" b="1" dirty="0" smtClean="0">
            <a:solidFill>
              <a:srgbClr val="FF0000"/>
            </a:solidFill>
            <a:latin typeface="Times New Roman" pitchFamily="18" charset="0"/>
          </a:defRPr>
        </a:defPPr>
      </a:lstStyle>
    </a:txDef>
  </a:objectDefaults>
  <a:extraClrSchemeLst>
    <a:extraClrScheme>
      <a:clrScheme name="Koyo PPT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yo PPT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yo PPT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yo PPT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yo PPT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yo PPT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yo PPT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新ロゴPPTデザイン-202204">
  <a:themeElements>
    <a:clrScheme name="スリップストリーム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ユーザー定義 2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66"/>
        </a:solidFill>
        <a:ln>
          <a:solidFill>
            <a:srgbClr val="FF0000"/>
          </a:solidFill>
        </a:ln>
      </a:spPr>
      <a:bodyPr rtlCol="0" anchor="ctr"/>
      <a:lstStyle>
        <a:defPPr algn="ctr">
          <a:defRPr kumimoji="1" sz="18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square">
        <a:spAutoFit/>
      </a:bodyPr>
      <a:lstStyle>
        <a:defPPr eaLnBrk="1" hangingPunct="1">
          <a:spcBef>
            <a:spcPct val="0"/>
          </a:spcBef>
          <a:buFontTx/>
          <a:buNone/>
          <a:defRPr sz="2000" b="1" dirty="0" smtClean="0">
            <a:solidFill>
              <a:srgbClr val="FF0000"/>
            </a:solidFill>
            <a:latin typeface="Times New Roman" pitchFamily="18" charset="0"/>
          </a:defRPr>
        </a:defPPr>
      </a:lstStyle>
    </a:txDef>
  </a:objectDefaults>
  <a:extraClrSchemeLst>
    <a:extraClrScheme>
      <a:clrScheme name="Koyo PPT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yo PPT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yo PPT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yo PPT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yo PPT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yo PPT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yo PPT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BB636D-F13E-47F2-9A4C-FC2B3C4C5F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ACA5CC-29F5-442B-A406-DF53029F78C2}">
  <ds:schemaRefs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2BAE97B-11FC-4FCF-A38B-82789D3DC7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64028</TotalTime>
  <Words>230</Words>
  <Application>Microsoft Office PowerPoint</Application>
  <PresentationFormat>화면 슬라이드 쇼(4:3)</PresentationFormat>
  <Paragraphs>80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Meiryo UI</vt:lpstr>
      <vt:lpstr>ＭＳ Ｐゴシック</vt:lpstr>
      <vt:lpstr>맑은 고딕</vt:lpstr>
      <vt:lpstr>Arial</vt:lpstr>
      <vt:lpstr>Calibri</vt:lpstr>
      <vt:lpstr>Segoe UI</vt:lpstr>
      <vt:lpstr>Times New Roman</vt:lpstr>
      <vt:lpstr>新ロゴPPTデザイン-202204</vt:lpstr>
      <vt:lpstr>1_新ロゴPPTデザイン-202204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株式会社ジェイテクト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PPTマスタ（統合ロゴ入り）</dc:title>
  <dc:creator>広報部</dc:creator>
  <cp:lastModifiedBy>정 재인(Jae-In Jeong)</cp:lastModifiedBy>
  <cp:revision>3844</cp:revision>
  <cp:lastPrinted>2022-03-04T00:25:55Z</cp:lastPrinted>
  <dcterms:created xsi:type="dcterms:W3CDTF">2005-01-07T08:52:57Z</dcterms:created>
  <dcterms:modified xsi:type="dcterms:W3CDTF">2026-10-19T07:04:31Z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0008003629000000000001023560</vt:lpwstr>
  </property>
</Properties>
</file>